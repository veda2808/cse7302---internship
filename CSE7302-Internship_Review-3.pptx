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73" r:id="rId5"/>
    <p:sldId id="261" r:id="rId6"/>
    <p:sldId id="270" r:id="rId7"/>
    <p:sldId id="262" r:id="rId8"/>
    <p:sldId id="271" r:id="rId9"/>
    <p:sldId id="263" r:id="rId10"/>
    <p:sldId id="264" r:id="rId11"/>
    <p:sldId id="265" r:id="rId12"/>
    <p:sldId id="275" r:id="rId13"/>
    <p:sldId id="277" r:id="rId14"/>
    <p:sldId id="276" r:id="rId15"/>
    <p:sldId id="278" r:id="rId16"/>
    <p:sldId id="280" r:id="rId17"/>
    <p:sldId id="279" r:id="rId18"/>
    <p:sldId id="281" r:id="rId19"/>
    <p:sldId id="266" r:id="rId20"/>
    <p:sldId id="267" r:id="rId21"/>
    <p:sldId id="26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3" autoAdjust="0"/>
    <p:restoredTop sz="94660"/>
  </p:normalViewPr>
  <p:slideViewPr>
    <p:cSldViewPr snapToGrid="0">
      <p:cViewPr varScale="1">
        <p:scale>
          <a:sx n="66" d="100"/>
          <a:sy n="66" d="100"/>
        </p:scale>
        <p:origin x="6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aenexz.in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hub.com/Veda2808/CSE7302---INTERNSHIP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7490569" y="1994593"/>
            <a:ext cx="3186522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Mr. Abhishek M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2000" b="1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CSE7302-Internship</a:t>
            </a:r>
            <a:endParaRPr lang="en-US" sz="2000" b="1" i="0" u="none" strike="noStrike" cap="none" dirty="0"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Gopal Shyam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Internship Coordinator: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Mr. Anandan Bellie</a:t>
            </a:r>
            <a:endParaRPr lang="en-US" sz="2000" b="1" i="0" u="none" strike="noStrike" cap="none" dirty="0"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Md Ziaur Rahman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838200" y="105878"/>
            <a:ext cx="10515600" cy="177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ARTIFICIAL INTELLIGENCE AND MACHINE LEARNING </a:t>
            </a:r>
            <a:endParaRPr lang="en-US" sz="2400" dirty="0">
              <a:solidFill>
                <a:srgbClr val="0070C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INTERNSHIP TASKS AND PROJECT</a:t>
            </a:r>
            <a:b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/>
                <a:gridCol w="3950282"/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Jinka Veda Sree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20221ISE0057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8ISE03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37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  <a:endParaRPr lang="en-US" sz="20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</a:t>
            </a: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</a:t>
            </a: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System/Work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 err="1"/>
              <a:t>Aenexz</a:t>
            </a:r>
            <a:r>
              <a:rPr lang="en-US" b="1" dirty="0"/>
              <a:t> Tech Pvt. Ltd.</a:t>
            </a:r>
            <a:r>
              <a:rPr lang="en-US" dirty="0"/>
              <a:t> (</a:t>
            </a:r>
            <a:r>
              <a:rPr lang="it-IT" dirty="0">
                <a:hlinkClick r:id="rId1"/>
              </a:rPr>
              <a:t>AENEXZ TECH PRIVATE LIMITED – Innovate. Automate. Dominate </a:t>
            </a:r>
            <a:r>
              <a:rPr lang="it-IT" dirty="0"/>
              <a:t>)</a:t>
            </a:r>
            <a:r>
              <a:rPr lang="en-US" dirty="0"/>
              <a:t>is a technology company that focuses on delivering </a:t>
            </a:r>
            <a:r>
              <a:rPr lang="en-US" b="1" dirty="0"/>
              <a:t>software and digital solutions</a:t>
            </a:r>
            <a:r>
              <a:rPr lang="en-US" dirty="0"/>
              <a:t> for businesses.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Key Highlights</a:t>
            </a:r>
            <a:endParaRPr lang="en-US" dirty="0"/>
          </a:p>
          <a:p>
            <a:r>
              <a:rPr lang="en-US" dirty="0"/>
              <a:t>Works on </a:t>
            </a:r>
            <a:r>
              <a:rPr lang="en-US" b="1" dirty="0"/>
              <a:t>modern IT solutions</a:t>
            </a:r>
            <a:r>
              <a:rPr lang="en-US" dirty="0"/>
              <a:t> and product development</a:t>
            </a:r>
            <a:endParaRPr lang="en-US" dirty="0"/>
          </a:p>
          <a:p>
            <a:r>
              <a:rPr lang="en-US" dirty="0"/>
              <a:t>Provides </a:t>
            </a:r>
            <a:r>
              <a:rPr lang="en-US" b="1" dirty="0"/>
              <a:t>AI/ML and software-based services</a:t>
            </a:r>
            <a:endParaRPr lang="en-US" dirty="0"/>
          </a:p>
          <a:p>
            <a:r>
              <a:rPr lang="en-US" dirty="0"/>
              <a:t>Focuses on </a:t>
            </a:r>
            <a:r>
              <a:rPr lang="en-US" b="1" dirty="0"/>
              <a:t>real-world problem solving</a:t>
            </a:r>
            <a:r>
              <a:rPr lang="en-US" dirty="0"/>
              <a:t> using emerging technologies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Why I chose this company</a:t>
            </a:r>
            <a:endParaRPr lang="en-US" dirty="0"/>
          </a:p>
          <a:p>
            <a:r>
              <a:rPr lang="en-US" dirty="0"/>
              <a:t>Opportunity to learn AI/ML practically</a:t>
            </a:r>
            <a:endParaRPr lang="en-US" dirty="0"/>
          </a:p>
          <a:p>
            <a:r>
              <a:rPr lang="en-US" dirty="0"/>
              <a:t>Exposure to industry-style workflow in a virtual environment</a:t>
            </a:r>
            <a:endParaRPr lang="en-US" dirty="0"/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</a:fld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327259" y="346509"/>
            <a:ext cx="1156956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Company Legacy / Vision:</a:t>
            </a:r>
            <a:endParaRPr lang="en-US" sz="2800" b="1" dirty="0">
              <a:solidFill>
                <a:schemeClr val="accent1"/>
              </a:solidFill>
            </a:endParaRPr>
          </a:p>
          <a:p>
            <a:endParaRPr lang="en-US" sz="2800" b="1" dirty="0"/>
          </a:p>
          <a:p>
            <a:r>
              <a:rPr lang="en-US" sz="2800" b="1" dirty="0"/>
              <a:t>Vision &amp; Approach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Building scalable solutions using </a:t>
            </a:r>
            <a:r>
              <a:rPr lang="en-US" sz="2800" b="1" dirty="0"/>
              <a:t>latest technologies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Encouraging innovation through </a:t>
            </a:r>
            <a:r>
              <a:rPr lang="en-US" sz="2800" b="1" dirty="0"/>
              <a:t>continuous learning &amp; implementation</a:t>
            </a:r>
            <a:endParaRPr lang="en-US" sz="2800" b="1" dirty="0"/>
          </a:p>
          <a:p>
            <a:endParaRPr lang="en-US" sz="2800" dirty="0"/>
          </a:p>
          <a:p>
            <a:r>
              <a:rPr lang="en-US" sz="2800" b="1" dirty="0"/>
              <a:t>Core Strengths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Industry-relevant development practices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Practical exposure through internship tasks and assignments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Guidance and mentoring support</a:t>
            </a:r>
            <a:endParaRPr lang="en-US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domain: </a:t>
            </a:r>
            <a:r>
              <a:rPr lang="en-US" dirty="0"/>
              <a:t>Artificial Intelligence &amp; Machine Learning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What AI/ML means</a:t>
            </a:r>
            <a:endParaRPr lang="en-US" dirty="0"/>
          </a:p>
          <a:p>
            <a:r>
              <a:rPr lang="en-US" dirty="0"/>
              <a:t>AI enables systems to perform tasks that require human intelligence</a:t>
            </a:r>
            <a:endParaRPr lang="en-US" dirty="0"/>
          </a:p>
          <a:p>
            <a:r>
              <a:rPr lang="en-US" dirty="0"/>
              <a:t>ML helps systems learn patterns from data and make predictions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Importance of AI/ML</a:t>
            </a:r>
            <a:endParaRPr lang="en-US" dirty="0"/>
          </a:p>
          <a:p>
            <a:r>
              <a:rPr lang="en-US" dirty="0"/>
              <a:t>Automates decision making</a:t>
            </a:r>
            <a:endParaRPr lang="en-US" dirty="0"/>
          </a:p>
          <a:p>
            <a:r>
              <a:rPr lang="en-US" dirty="0"/>
              <a:t>Improves accuracy and efficiency</a:t>
            </a:r>
            <a:endParaRPr lang="en-US" dirty="0"/>
          </a:p>
          <a:p>
            <a:r>
              <a:rPr lang="en-US" dirty="0"/>
              <a:t>Used in healthcare, finance, security, and recommendation systems</a:t>
            </a:r>
            <a:endParaRPr lang="en-US" dirty="0"/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</a:fld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673768" y="385011"/>
            <a:ext cx="1068003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</a:rPr>
              <a:t>Technologies / Tools Used: </a:t>
            </a:r>
            <a:endParaRPr lang="en-IN" sz="2800" b="1" dirty="0">
              <a:solidFill>
                <a:schemeClr val="accent1"/>
              </a:solidFill>
            </a:endParaRPr>
          </a:p>
          <a:p>
            <a:endParaRPr lang="en-IN" sz="2800" b="1" dirty="0"/>
          </a:p>
          <a:p>
            <a:r>
              <a:rPr lang="en-IN" sz="2800" b="1" dirty="0"/>
              <a:t>Tools &amp; Platforms (typical AI/ML workflow)</a:t>
            </a: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Python</a:t>
            </a: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err="1"/>
              <a:t>Jupyter</a:t>
            </a:r>
            <a:r>
              <a:rPr lang="en-IN" sz="2800" dirty="0"/>
              <a:t> Notebook / Google </a:t>
            </a:r>
            <a:r>
              <a:rPr lang="en-IN" sz="2800" dirty="0" err="1"/>
              <a:t>Colab</a:t>
            </a: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NumPy, Pandas (data handling)</a:t>
            </a: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Matplotlib / Seaborn (visualization)</a:t>
            </a: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Scikit-learn (ML models)</a:t>
            </a:r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Team Structure (Virtual Internship Setup)</a:t>
            </a:r>
            <a:endParaRPr lang="en-US" dirty="0"/>
          </a:p>
          <a:p>
            <a:r>
              <a:rPr lang="en-US" dirty="0"/>
              <a:t>Interns work on assigned modules/tasks</a:t>
            </a:r>
            <a:endParaRPr lang="en-US" dirty="0"/>
          </a:p>
          <a:p>
            <a:r>
              <a:rPr lang="en-US" dirty="0"/>
              <a:t>Weekly progress tracking and review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Reporting Manager</a:t>
            </a:r>
            <a:endParaRPr lang="en-US" dirty="0"/>
          </a:p>
          <a:p>
            <a:r>
              <a:rPr lang="en-US" b="1" dirty="0"/>
              <a:t>Bhanu Prakash Reddy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My Reporting Process</a:t>
            </a:r>
            <a:endParaRPr lang="en-US" dirty="0"/>
          </a:p>
          <a:p>
            <a:r>
              <a:rPr lang="en-US" dirty="0"/>
              <a:t>Task assignment → learning resources → implementation → submission</a:t>
            </a:r>
            <a:endParaRPr lang="en-US" dirty="0"/>
          </a:p>
          <a:p>
            <a:r>
              <a:rPr lang="en-US" dirty="0"/>
              <a:t>Regular feedback and corrections to improve work quality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dirty="0"/>
              <a:t>Balancing </a:t>
            </a:r>
            <a:r>
              <a:rPr lang="en-US" b="1" dirty="0"/>
              <a:t>final year academics + internship + placements</a:t>
            </a:r>
            <a:endParaRPr lang="en-US" dirty="0"/>
          </a:p>
          <a:p>
            <a:r>
              <a:rPr lang="en-US" dirty="0"/>
              <a:t>Difficulty in </a:t>
            </a:r>
            <a:r>
              <a:rPr lang="en-US" b="1" dirty="0"/>
              <a:t>finding job opportunities</a:t>
            </a:r>
            <a:r>
              <a:rPr lang="en-US" dirty="0"/>
              <a:t> due to high competition</a:t>
            </a:r>
            <a:endParaRPr lang="en-US" dirty="0"/>
          </a:p>
          <a:p>
            <a:r>
              <a:rPr lang="en-US" dirty="0"/>
              <a:t>Struggling to </a:t>
            </a:r>
            <a:r>
              <a:rPr lang="en-US" b="1" dirty="0"/>
              <a:t>crack technical interviews</a:t>
            </a:r>
            <a:r>
              <a:rPr lang="en-US" dirty="0"/>
              <a:t> and coding rounds</a:t>
            </a:r>
            <a:endParaRPr lang="en-US" dirty="0"/>
          </a:p>
          <a:p>
            <a:r>
              <a:rPr lang="en-US" dirty="0"/>
              <a:t>Improving </a:t>
            </a:r>
            <a:r>
              <a:rPr lang="en-US" b="1" dirty="0"/>
              <a:t>resume &amp; projects</a:t>
            </a:r>
            <a:r>
              <a:rPr lang="en-US" dirty="0"/>
              <a:t> to meet industry expectations</a:t>
            </a:r>
            <a:endParaRPr lang="en-US" dirty="0"/>
          </a:p>
          <a:p>
            <a:r>
              <a:rPr lang="en-US" dirty="0"/>
              <a:t>Understanding </a:t>
            </a:r>
            <a:r>
              <a:rPr lang="en-US" b="1" dirty="0"/>
              <a:t>AI/ML concepts</a:t>
            </a:r>
            <a:r>
              <a:rPr lang="en-US" dirty="0"/>
              <a:t> and applying them practically</a:t>
            </a:r>
            <a:endParaRPr lang="en-US" dirty="0"/>
          </a:p>
          <a:p>
            <a:r>
              <a:rPr lang="en-US" dirty="0"/>
              <a:t>Handling </a:t>
            </a:r>
            <a:r>
              <a:rPr lang="en-US" b="1" dirty="0"/>
              <a:t>time management</a:t>
            </a:r>
            <a:r>
              <a:rPr lang="en-US" dirty="0"/>
              <a:t> and meeting deadlines</a:t>
            </a:r>
            <a:endParaRPr lang="en-US" dirty="0"/>
          </a:p>
          <a:p>
            <a:r>
              <a:rPr lang="en-US" dirty="0"/>
              <a:t>Dealing with </a:t>
            </a:r>
            <a:r>
              <a:rPr lang="en-US" b="1" dirty="0"/>
              <a:t>rejections / no replies</a:t>
            </a:r>
            <a:r>
              <a:rPr lang="en-US" dirty="0"/>
              <a:t> from companies</a:t>
            </a:r>
            <a:endParaRPr lang="en-US" dirty="0"/>
          </a:p>
          <a:p>
            <a:r>
              <a:rPr lang="en-US" dirty="0"/>
              <a:t>Maintaining </a:t>
            </a:r>
            <a:r>
              <a:rPr lang="en-US" b="1" dirty="0"/>
              <a:t>consistency and motivation</a:t>
            </a:r>
            <a:r>
              <a:rPr lang="en-US" dirty="0"/>
              <a:t> during preparation</a:t>
            </a:r>
            <a:endParaRPr lang="en-US" dirty="0"/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Generalized Objectives</a:t>
            </a:r>
            <a:endParaRPr lang="en-US" dirty="0"/>
          </a:p>
          <a:p>
            <a:r>
              <a:rPr lang="en-US" dirty="0"/>
              <a:t>Understand the complete ML pipeline from data to evaluation</a:t>
            </a:r>
            <a:endParaRPr lang="en-US" dirty="0"/>
          </a:p>
          <a:p>
            <a:r>
              <a:rPr lang="en-US" dirty="0"/>
              <a:t>Build small working models for classification/regression tasks</a:t>
            </a:r>
            <a:endParaRPr lang="en-US" dirty="0"/>
          </a:p>
          <a:p>
            <a:r>
              <a:rPr lang="en-US" dirty="0"/>
              <a:t>Improve skills in data preprocessing and feature engineering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 is an important concept in marketing analytics.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studies show that clustering algorithms such as: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Clustering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Mixture Models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commonly used to group customers based on purchasing behavior.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techniques help businesses: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high-value customers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purchasing patterns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targeted marketing strategies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applies clustering techniques to analyze customer shopping behavior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Businesses often struggle to understand customer behavior due to large amounts of data.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Without proper analysis, it becomes difficult to: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Identify valuable customers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Personalize marketing strategies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Improve customer satisfaction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Problem Statement: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develop a machine learning system that segments customers based on purchasing behavior using unsupervised learning techniques.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performs Customer Segmentation using Clustering Algorithms.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a machine learning pipeline: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using Clustering Algorithms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of Customer Segments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groups customers into meaningful clusters based on shopping behavior.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/ PC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8GB RAM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connection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 / VS Code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Libraries: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Customer Segmentation: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businesses understand customer behavior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high-value customers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targeted marketing strategies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customer satisfaction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data-driven business decisions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companies optimize marketing and sales strategies.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62447"/>
            <a:ext cx="10515600" cy="4058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Workflow: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Model Training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 Visualization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workflow represents the complete machine learning pipeline.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least 50%)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implementation included: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and cleaning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 and formatting data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plots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visualization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new features such as total spending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Algorithms Implemented: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Clustering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Mixture Model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 was done using: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Silhouette Score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Davies-Bouldin Index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70371" y="90129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334000" y="1825625"/>
            <a:ext cx="4064000" cy="1994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graphicFrame>
        <p:nvGraphicFramePr>
          <p:cNvPr id="11" name="Table 10"/>
          <p:cNvGraphicFramePr/>
          <p:nvPr/>
        </p:nvGraphicFramePr>
        <p:xfrm>
          <a:off x="1539240" y="2286000"/>
          <a:ext cx="853376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/>
                <a:gridCol w="42665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Review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Work Done</a:t>
                      </a:r>
                      <a:endParaRPr lang="en-I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Review 1 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Company study,Python basics,AI/ML understanding,tools setup</a:t>
                      </a:r>
                      <a:endParaRPr lang="en-I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Review 2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Data preprocessing,EDA,visualization</a:t>
                      </a:r>
                      <a:endParaRPr lang="en-I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Review 3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Feature engineering,clustering models,model comparison</a:t>
                      </a:r>
                      <a:endParaRPr lang="en-I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Review 4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Cluster analysis,PCA visualization,insights</a:t>
                      </a:r>
                      <a:endParaRPr lang="en-I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Review 5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Documentation,GitHub submission,final presentation</a:t>
                      </a:r>
                      <a:endParaRPr lang="en-I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7420" y="2344420"/>
            <a:ext cx="5855970" cy="596265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hlinkClick r:id="rId1"/>
              </a:rPr>
              <a:t>Veda2808/CSE7302---INTERNSHIP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6136</Words>
  <Application>WPS Presentation</Application>
  <PresentationFormat>Widescreen</PresentationFormat>
  <Paragraphs>300</Paragraphs>
  <Slides>19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SimSun</vt:lpstr>
      <vt:lpstr>Wingdings</vt:lpstr>
      <vt:lpstr>Arial</vt:lpstr>
      <vt:lpstr>Cambria</vt:lpstr>
      <vt:lpstr>Verdana</vt:lpstr>
      <vt:lpstr>Times New Roman</vt:lpstr>
      <vt:lpstr>Tahoma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Content</vt:lpstr>
      <vt:lpstr>About Company or Organization</vt:lpstr>
      <vt:lpstr>PowerPoint 演示文稿</vt:lpstr>
      <vt:lpstr>Working domain or the technology</vt:lpstr>
      <vt:lpstr>PowerPoint 演示文稿</vt:lpstr>
      <vt:lpstr>About your team and reporting Manager</vt:lpstr>
      <vt:lpstr>Challenges Faced in Internship</vt:lpstr>
      <vt:lpstr>Objectives of the work</vt:lpstr>
      <vt:lpstr>Literature Review</vt:lpstr>
      <vt:lpstr>Problem Statement</vt:lpstr>
      <vt:lpstr>Proposed System / Work</vt:lpstr>
      <vt:lpstr>System Requirements</vt:lpstr>
      <vt:lpstr>Advantages of Proposed System/Work</vt:lpstr>
      <vt:lpstr>System Design</vt:lpstr>
      <vt:lpstr>System Implementation (At least 50%)</vt:lpstr>
      <vt:lpstr>Internship Road Map</vt:lpstr>
      <vt:lpstr>Github Link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Jinka Vedasree</cp:lastModifiedBy>
  <cp:revision>736</cp:revision>
  <dcterms:created xsi:type="dcterms:W3CDTF">2022-10-14T07:18:00Z</dcterms:created>
  <dcterms:modified xsi:type="dcterms:W3CDTF">2026-04-01T08:56:08Z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CB7F0A9644AC4A27BAF1DBD2AC49F646_13</vt:lpwstr>
  </property>
  <property fmtid="{D5CDD505-2E9C-101B-9397-08002B2CF9AE}" pid="3" name="KSOProductBuildVer">
    <vt:lpwstr>1033-12.2.0.23196</vt:lpwstr>
  </property>
</Properties>
</file>