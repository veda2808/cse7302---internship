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9" r:id="rId2"/>
    <p:sldId id="260" r:id="rId3"/>
    <p:sldId id="261" r:id="rId4"/>
    <p:sldId id="270" r:id="rId5"/>
    <p:sldId id="262" r:id="rId6"/>
    <p:sldId id="271" r:id="rId7"/>
    <p:sldId id="263" r:id="rId8"/>
    <p:sldId id="264" r:id="rId9"/>
    <p:sldId id="265" r:id="rId10"/>
    <p:sldId id="266" r:id="rId11"/>
    <p:sldId id="267" r:id="rId12"/>
    <p:sldId id="269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82BE31D-A805-4374-A802-C65F02E28BCD}" v="23" dt="2024-12-11T08:31:31.56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574" autoAdjust="0"/>
    <p:restoredTop sz="94660"/>
  </p:normalViewPr>
  <p:slideViewPr>
    <p:cSldViewPr snapToGrid="0">
      <p:cViewPr varScale="1">
        <p:scale>
          <a:sx n="66" d="100"/>
          <a:sy n="66" d="100"/>
        </p:scale>
        <p:origin x="692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751524B-FB67-4894-A0C5-35151E149D68}" type="doc">
      <dgm:prSet loTypeId="urn:microsoft.com/office/officeart/2011/layout/InterconnectedBlockProcess" loCatId="process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988D96B0-D16E-4763-B393-84178CF4FF50}">
      <dgm:prSet phldrT="[Text]"/>
      <dgm:spPr/>
      <dgm:t>
        <a:bodyPr/>
        <a:lstStyle/>
        <a:p>
          <a:r>
            <a:rPr lang="en-US" dirty="0">
              <a:latin typeface="Times New Roman" panose="02020603050405020304" pitchFamily="18" charset="0"/>
              <a:cs typeface="Times New Roman" panose="02020603050405020304" pitchFamily="18" charset="0"/>
            </a:rPr>
            <a:t>Review 1</a:t>
          </a:r>
        </a:p>
      </dgm:t>
    </dgm:pt>
    <dgm:pt modelId="{19B27CEC-4BAD-44A7-A9A7-B7A8B23ADCFD}" type="sibTrans" cxnId="{8CB593F6-6C5D-4606-B959-3E27F9872EC1}">
      <dgm:prSet/>
      <dgm:spPr/>
      <dgm:t>
        <a:bodyPr/>
        <a:lstStyle/>
        <a:p>
          <a:endParaRPr lang="en-US"/>
        </a:p>
      </dgm:t>
    </dgm:pt>
    <dgm:pt modelId="{080A6B9D-C27D-4227-AC65-3C97878D78C4}" type="parTrans" cxnId="{8CB593F6-6C5D-4606-B959-3E27F9872EC1}">
      <dgm:prSet/>
      <dgm:spPr/>
      <dgm:t>
        <a:bodyPr/>
        <a:lstStyle/>
        <a:p>
          <a:endParaRPr lang="en-US"/>
        </a:p>
      </dgm:t>
    </dgm:pt>
    <dgm:pt modelId="{D471E45F-B026-44AA-9616-57E786AE80AF}">
      <dgm:prSet phldrT="[Text]"/>
      <dgm:spPr/>
      <dgm:t>
        <a:bodyPr/>
        <a:lstStyle/>
        <a:p>
          <a:pPr algn="l">
            <a:buFont typeface="Arial" panose="020B0604020202020204" pitchFamily="34" charset="0"/>
            <a:buNone/>
          </a:pPr>
          <a:r>
            <a:rPr lang="en-US" dirty="0"/>
            <a:t>1.Company study </a:t>
          </a:r>
        </a:p>
        <a:p>
          <a:pPr algn="l">
            <a:buFont typeface="Arial" panose="020B0604020202020204" pitchFamily="34" charset="0"/>
            <a:buNone/>
          </a:pPr>
          <a:r>
            <a:rPr lang="en-US" b="0" dirty="0"/>
            <a:t>2.Python programming basics </a:t>
          </a:r>
        </a:p>
        <a:p>
          <a:pPr algn="l">
            <a:buFont typeface="Arial" panose="020B0604020202020204" pitchFamily="34" charset="0"/>
            <a:buNone/>
          </a:pPr>
          <a:r>
            <a:rPr lang="en-US" dirty="0"/>
            <a:t>3.AI/ML domain understanding </a:t>
          </a:r>
        </a:p>
        <a:p>
          <a:pPr algn="l">
            <a:buFont typeface="Arial" panose="020B0604020202020204" pitchFamily="34" charset="0"/>
            <a:buNone/>
          </a:pPr>
          <a:r>
            <a:rPr lang="en-US" dirty="0"/>
            <a:t>4.Tools setup</a:t>
          </a:r>
          <a:endParaRPr lang="en-US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304E70AD-39C7-4C28-BF7B-6EE91BAE97B7}" type="sibTrans" cxnId="{AEE28BEF-3F73-41A5-9307-D42A450FCA17}">
      <dgm:prSet/>
      <dgm:spPr/>
      <dgm:t>
        <a:bodyPr/>
        <a:lstStyle/>
        <a:p>
          <a:endParaRPr lang="en-US"/>
        </a:p>
      </dgm:t>
    </dgm:pt>
    <dgm:pt modelId="{326A986D-69A4-4AC0-AD9B-462FFC9C3F18}" type="parTrans" cxnId="{AEE28BEF-3F73-41A5-9307-D42A450FCA17}">
      <dgm:prSet/>
      <dgm:spPr/>
      <dgm:t>
        <a:bodyPr/>
        <a:lstStyle/>
        <a:p>
          <a:endParaRPr lang="en-US"/>
        </a:p>
      </dgm:t>
    </dgm:pt>
    <dgm:pt modelId="{7B3055AA-BF7C-46D0-9A9E-60087B9F57B4}">
      <dgm:prSet phldrT="[Text]"/>
      <dgm:spPr/>
      <dgm:t>
        <a:bodyPr/>
        <a:lstStyle/>
        <a:p>
          <a:r>
            <a:rPr lang="en-US" dirty="0">
              <a:latin typeface="Times New Roman" panose="02020603050405020304" pitchFamily="18" charset="0"/>
              <a:cs typeface="Times New Roman" panose="02020603050405020304" pitchFamily="18" charset="0"/>
            </a:rPr>
            <a:t>Review 2</a:t>
          </a:r>
        </a:p>
      </dgm:t>
    </dgm:pt>
    <dgm:pt modelId="{B81593E2-4CAC-4783-8D2D-E9DDD236A942}" type="sibTrans" cxnId="{6C7D4BBB-EED6-4011-9FBC-87F683D5B245}">
      <dgm:prSet/>
      <dgm:spPr/>
      <dgm:t>
        <a:bodyPr/>
        <a:lstStyle/>
        <a:p>
          <a:endParaRPr lang="en-US"/>
        </a:p>
      </dgm:t>
    </dgm:pt>
    <dgm:pt modelId="{F772EF41-D2BB-4368-8327-B4E332165F48}" type="parTrans" cxnId="{6C7D4BBB-EED6-4011-9FBC-87F683D5B245}">
      <dgm:prSet/>
      <dgm:spPr/>
      <dgm:t>
        <a:bodyPr/>
        <a:lstStyle/>
        <a:p>
          <a:endParaRPr lang="en-US"/>
        </a:p>
      </dgm:t>
    </dgm:pt>
    <dgm:pt modelId="{9FED87C4-3F3B-4A18-9185-9F80CFEDEA2E}">
      <dgm:prSet phldrT="[Text]" phldr="0" custT="1"/>
      <dgm:spPr/>
      <dgm:t>
        <a:bodyPr/>
        <a:lstStyle/>
        <a:p>
          <a:pPr algn="l"/>
          <a:r>
            <a:rPr lang="en-US" sz="1600" dirty="0">
              <a:latin typeface="Times New Roman" panose="02020603050405020304" pitchFamily="18" charset="0"/>
              <a:cs typeface="Times New Roman" panose="02020603050405020304" pitchFamily="18" charset="0"/>
            </a:rPr>
            <a:t>1.Data collection</a:t>
          </a:r>
        </a:p>
        <a:p>
          <a:pPr algn="l"/>
          <a:r>
            <a:rPr lang="en-US" sz="1600" dirty="0">
              <a:latin typeface="Times New Roman" panose="02020603050405020304" pitchFamily="18" charset="0"/>
              <a:cs typeface="Times New Roman" panose="02020603050405020304" pitchFamily="18" charset="0"/>
            </a:rPr>
            <a:t>2.Data cleaning</a:t>
          </a:r>
        </a:p>
        <a:p>
          <a:pPr algn="l"/>
          <a:r>
            <a:rPr lang="en-US" sz="1600" dirty="0">
              <a:latin typeface="Times New Roman" panose="02020603050405020304" pitchFamily="18" charset="0"/>
              <a:cs typeface="Times New Roman" panose="02020603050405020304" pitchFamily="18" charset="0"/>
            </a:rPr>
            <a:t>3.Preprocessing basics</a:t>
          </a:r>
        </a:p>
        <a:p>
          <a:pPr algn="r"/>
          <a:endParaRPr lang="en-US" sz="16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AD0D1882-5210-4A49-9875-4AAC43595580}" type="sibTrans" cxnId="{27611794-B6EF-4593-A560-02BF7692DC5A}">
      <dgm:prSet/>
      <dgm:spPr/>
      <dgm:t>
        <a:bodyPr/>
        <a:lstStyle/>
        <a:p>
          <a:endParaRPr lang="en-US"/>
        </a:p>
      </dgm:t>
    </dgm:pt>
    <dgm:pt modelId="{669F5586-1E47-4A85-AA72-0E435BABD665}" type="parTrans" cxnId="{27611794-B6EF-4593-A560-02BF7692DC5A}">
      <dgm:prSet/>
      <dgm:spPr/>
      <dgm:t>
        <a:bodyPr/>
        <a:lstStyle/>
        <a:p>
          <a:endParaRPr lang="en-US"/>
        </a:p>
      </dgm:t>
    </dgm:pt>
    <dgm:pt modelId="{A59EC69B-8F3F-425B-819F-E8C557946AEE}">
      <dgm:prSet phldrT="[Text]"/>
      <dgm:spPr/>
      <dgm:t>
        <a:bodyPr/>
        <a:lstStyle/>
        <a:p>
          <a:r>
            <a:rPr lang="en-US" dirty="0">
              <a:latin typeface="Times New Roman" panose="02020603050405020304" pitchFamily="18" charset="0"/>
              <a:cs typeface="Times New Roman" panose="02020603050405020304" pitchFamily="18" charset="0"/>
            </a:rPr>
            <a:t>Review 3</a:t>
          </a:r>
        </a:p>
      </dgm:t>
    </dgm:pt>
    <dgm:pt modelId="{2868AD8D-4E38-46CE-A972-709857BF40AC}" type="sibTrans" cxnId="{D1BA1DD0-A52A-47BF-962D-9810C87E1576}">
      <dgm:prSet/>
      <dgm:spPr/>
      <dgm:t>
        <a:bodyPr/>
        <a:lstStyle/>
        <a:p>
          <a:endParaRPr lang="en-US"/>
        </a:p>
      </dgm:t>
    </dgm:pt>
    <dgm:pt modelId="{0095C3CB-916F-4060-A8DA-DD282FB51587}" type="parTrans" cxnId="{D1BA1DD0-A52A-47BF-962D-9810C87E1576}">
      <dgm:prSet/>
      <dgm:spPr/>
      <dgm:t>
        <a:bodyPr/>
        <a:lstStyle/>
        <a:p>
          <a:endParaRPr lang="en-US"/>
        </a:p>
      </dgm:t>
    </dgm:pt>
    <dgm:pt modelId="{73DB572E-062D-41AD-8033-D361B8E583DB}">
      <dgm:prSet phldrT="[Text]" phldr="0" custT="1"/>
      <dgm:spPr/>
      <dgm:t>
        <a:bodyPr/>
        <a:lstStyle/>
        <a:p>
          <a:pPr algn="l"/>
          <a:r>
            <a:rPr lang="en-US" sz="1800" dirty="0">
              <a:latin typeface="Times New Roman" panose="02020603050405020304" pitchFamily="18" charset="0"/>
              <a:cs typeface="Times New Roman" panose="02020603050405020304" pitchFamily="18" charset="0"/>
            </a:rPr>
            <a:t>1.Implement ML models (classification/regression) + training</a:t>
          </a:r>
        </a:p>
      </dgm:t>
    </dgm:pt>
    <dgm:pt modelId="{98BDB650-3386-4D3D-8E80-609010499291}" type="sibTrans" cxnId="{AA17007A-110D-43AE-B6F2-DF2DF885F2E2}">
      <dgm:prSet/>
      <dgm:spPr/>
      <dgm:t>
        <a:bodyPr/>
        <a:lstStyle/>
        <a:p>
          <a:endParaRPr lang="en-US"/>
        </a:p>
      </dgm:t>
    </dgm:pt>
    <dgm:pt modelId="{75D01B62-D132-48B8-9D06-D0A551A21107}" type="parTrans" cxnId="{AA17007A-110D-43AE-B6F2-DF2DF885F2E2}">
      <dgm:prSet/>
      <dgm:spPr/>
      <dgm:t>
        <a:bodyPr/>
        <a:lstStyle/>
        <a:p>
          <a:endParaRPr lang="en-US"/>
        </a:p>
      </dgm:t>
    </dgm:pt>
    <dgm:pt modelId="{5E92505A-51E0-4F78-B3C5-704ACF8710DE}">
      <dgm:prSet phldrT="[Text]"/>
      <dgm:spPr/>
      <dgm:t>
        <a:bodyPr/>
        <a:lstStyle/>
        <a:p>
          <a:r>
            <a:rPr lang="en-US" dirty="0">
              <a:latin typeface="Times New Roman" panose="02020603050405020304" pitchFamily="18" charset="0"/>
              <a:cs typeface="Times New Roman" panose="02020603050405020304" pitchFamily="18" charset="0"/>
            </a:rPr>
            <a:t>Review 4</a:t>
          </a:r>
        </a:p>
      </dgm:t>
    </dgm:pt>
    <dgm:pt modelId="{5E9E6A6F-635A-4791-A107-01E95B62EA08}" type="sibTrans" cxnId="{DA8CD5E8-B2EE-41E4-8EC6-CFB41D688F68}">
      <dgm:prSet/>
      <dgm:spPr/>
      <dgm:t>
        <a:bodyPr/>
        <a:lstStyle/>
        <a:p>
          <a:endParaRPr lang="en-US"/>
        </a:p>
      </dgm:t>
    </dgm:pt>
    <dgm:pt modelId="{765B1266-7CE2-4F9C-AE38-D97DFBC1B151}" type="parTrans" cxnId="{DA8CD5E8-B2EE-41E4-8EC6-CFB41D688F68}">
      <dgm:prSet/>
      <dgm:spPr/>
      <dgm:t>
        <a:bodyPr/>
        <a:lstStyle/>
        <a:p>
          <a:endParaRPr lang="en-US"/>
        </a:p>
      </dgm:t>
    </dgm:pt>
    <dgm:pt modelId="{65C051F6-A849-4495-A964-CD4C650B9C06}">
      <dgm:prSet phldrT="[Text]"/>
      <dgm:spPr/>
      <dgm:t>
        <a:bodyPr/>
        <a:lstStyle/>
        <a:p>
          <a:r>
            <a:rPr lang="en-US" dirty="0">
              <a:latin typeface="Times New Roman" panose="02020603050405020304" pitchFamily="18" charset="0"/>
              <a:cs typeface="Times New Roman" panose="02020603050405020304" pitchFamily="18" charset="0"/>
            </a:rPr>
            <a:t>Final Review</a:t>
          </a:r>
        </a:p>
      </dgm:t>
    </dgm:pt>
    <dgm:pt modelId="{196A2EB9-DD96-4630-B699-7AF000340374}" type="sibTrans" cxnId="{521FD508-C5FD-4804-AFDC-D1FF9945B211}">
      <dgm:prSet/>
      <dgm:spPr/>
      <dgm:t>
        <a:bodyPr/>
        <a:lstStyle/>
        <a:p>
          <a:endParaRPr lang="en-US"/>
        </a:p>
      </dgm:t>
    </dgm:pt>
    <dgm:pt modelId="{C24738E5-1547-4D8D-A2CE-64D703ECDF78}" type="parTrans" cxnId="{521FD508-C5FD-4804-AFDC-D1FF9945B211}">
      <dgm:prSet/>
      <dgm:spPr/>
      <dgm:t>
        <a:bodyPr/>
        <a:lstStyle/>
        <a:p>
          <a:endParaRPr lang="en-US"/>
        </a:p>
      </dgm:t>
    </dgm:pt>
    <dgm:pt modelId="{EB913A1E-B939-4FF8-99F9-6357165F0153}">
      <dgm:prSet custT="1"/>
      <dgm:spPr/>
      <dgm:t>
        <a:bodyPr/>
        <a:lstStyle/>
        <a:p>
          <a:pPr algn="l"/>
          <a:r>
            <a:rPr lang="en-US" sz="1600" dirty="0"/>
            <a:t>1.Model evaluation  2.performance metrics  3.improvement/tuning</a:t>
          </a:r>
          <a:endParaRPr lang="en-IN" sz="1600" dirty="0"/>
        </a:p>
      </dgm:t>
    </dgm:pt>
    <dgm:pt modelId="{3B73E279-2614-422F-8C7F-C02BD7998867}" type="parTrans" cxnId="{492E6D61-CCFD-4CF5-B6F8-CD071DF473EF}">
      <dgm:prSet/>
      <dgm:spPr/>
      <dgm:t>
        <a:bodyPr/>
        <a:lstStyle/>
        <a:p>
          <a:endParaRPr lang="en-IN"/>
        </a:p>
      </dgm:t>
    </dgm:pt>
    <dgm:pt modelId="{AB73FB37-6A2F-4749-A9AA-8D8993AB3187}" type="sibTrans" cxnId="{492E6D61-CCFD-4CF5-B6F8-CD071DF473EF}">
      <dgm:prSet/>
      <dgm:spPr/>
      <dgm:t>
        <a:bodyPr/>
        <a:lstStyle/>
        <a:p>
          <a:endParaRPr lang="en-IN"/>
        </a:p>
      </dgm:t>
    </dgm:pt>
    <dgm:pt modelId="{7DE2FC7A-7F2A-4D18-9725-541C9B4F3196}">
      <dgm:prSet custT="1"/>
      <dgm:spPr/>
      <dgm:t>
        <a:bodyPr/>
        <a:lstStyle/>
        <a:p>
          <a:pPr algn="l"/>
          <a:r>
            <a:rPr lang="en-US" sz="1600" dirty="0"/>
            <a:t>1.Mini project completion  2.documentation</a:t>
          </a:r>
        </a:p>
        <a:p>
          <a:pPr algn="l"/>
          <a:r>
            <a:rPr lang="en-US" sz="1600" dirty="0"/>
            <a:t> 3.final presentation</a:t>
          </a:r>
          <a:endParaRPr lang="en-IN" sz="1600" dirty="0"/>
        </a:p>
      </dgm:t>
    </dgm:pt>
    <dgm:pt modelId="{C51468DF-D21C-4E5C-8E03-2C8034DA881C}" type="parTrans" cxnId="{ACD876A9-6708-4267-B5FC-A87E50AD1A67}">
      <dgm:prSet/>
      <dgm:spPr/>
      <dgm:t>
        <a:bodyPr/>
        <a:lstStyle/>
        <a:p>
          <a:endParaRPr lang="en-IN"/>
        </a:p>
      </dgm:t>
    </dgm:pt>
    <dgm:pt modelId="{6C82CB86-1DE2-4EC3-9D9A-A6C1877D6785}" type="sibTrans" cxnId="{ACD876A9-6708-4267-B5FC-A87E50AD1A67}">
      <dgm:prSet/>
      <dgm:spPr/>
      <dgm:t>
        <a:bodyPr/>
        <a:lstStyle/>
        <a:p>
          <a:endParaRPr lang="en-IN"/>
        </a:p>
      </dgm:t>
    </dgm:pt>
    <dgm:pt modelId="{A6BCDA7B-D633-438F-B44D-CB4D60E5C492}" type="pres">
      <dgm:prSet presAssocID="{5751524B-FB67-4894-A0C5-35151E149D68}" presName="Name0" presStyleCnt="0">
        <dgm:presLayoutVars>
          <dgm:chMax val="7"/>
          <dgm:chPref val="5"/>
          <dgm:dir/>
          <dgm:animOne val="branch"/>
          <dgm:animLvl val="lvl"/>
        </dgm:presLayoutVars>
      </dgm:prSet>
      <dgm:spPr/>
    </dgm:pt>
    <dgm:pt modelId="{4FD9B95E-6607-4D17-BC56-D524B4CDC1F0}" type="pres">
      <dgm:prSet presAssocID="{65C051F6-A849-4495-A964-CD4C650B9C06}" presName="ChildAccent5" presStyleCnt="0"/>
      <dgm:spPr/>
    </dgm:pt>
    <dgm:pt modelId="{8CAE5A4D-0C7B-48A6-917B-0B8433D0574B}" type="pres">
      <dgm:prSet presAssocID="{65C051F6-A849-4495-A964-CD4C650B9C06}" presName="ChildAccent" presStyleLbl="alignImgPlace1" presStyleIdx="0" presStyleCnt="5"/>
      <dgm:spPr/>
    </dgm:pt>
    <dgm:pt modelId="{FF4BA9C8-0AD1-4544-9FEC-A9E09983BAF1}" type="pres">
      <dgm:prSet presAssocID="{65C051F6-A849-4495-A964-CD4C650B9C06}" presName="Child5" presStyleLbl="revTx" presStyleIdx="0" presStyleCnt="0">
        <dgm:presLayoutVars>
          <dgm:chMax val="0"/>
          <dgm:chPref val="0"/>
          <dgm:bulletEnabled val="1"/>
        </dgm:presLayoutVars>
      </dgm:prSet>
      <dgm:spPr/>
    </dgm:pt>
    <dgm:pt modelId="{39069612-B169-47BA-8F8B-5A8B15F5B592}" type="pres">
      <dgm:prSet presAssocID="{65C051F6-A849-4495-A964-CD4C650B9C06}" presName="Parent5" presStyleLbl="node1" presStyleIdx="0" presStyleCnt="5">
        <dgm:presLayoutVars>
          <dgm:chMax val="2"/>
          <dgm:chPref val="1"/>
          <dgm:bulletEnabled val="1"/>
        </dgm:presLayoutVars>
      </dgm:prSet>
      <dgm:spPr/>
    </dgm:pt>
    <dgm:pt modelId="{4AFAF622-DB52-4007-B777-69D2C7430583}" type="pres">
      <dgm:prSet presAssocID="{5E92505A-51E0-4F78-B3C5-704ACF8710DE}" presName="ChildAccent4" presStyleCnt="0"/>
      <dgm:spPr/>
    </dgm:pt>
    <dgm:pt modelId="{FC0F1314-3294-4A8C-8DCE-EB53E236164C}" type="pres">
      <dgm:prSet presAssocID="{5E92505A-51E0-4F78-B3C5-704ACF8710DE}" presName="ChildAccent" presStyleLbl="alignImgPlace1" presStyleIdx="1" presStyleCnt="5"/>
      <dgm:spPr/>
    </dgm:pt>
    <dgm:pt modelId="{38A92635-8DB5-4030-85F3-E7F612963BE7}" type="pres">
      <dgm:prSet presAssocID="{5E92505A-51E0-4F78-B3C5-704ACF8710DE}" presName="Child4" presStyleLbl="revTx" presStyleIdx="0" presStyleCnt="0">
        <dgm:presLayoutVars>
          <dgm:chMax val="0"/>
          <dgm:chPref val="0"/>
          <dgm:bulletEnabled val="1"/>
        </dgm:presLayoutVars>
      </dgm:prSet>
      <dgm:spPr/>
    </dgm:pt>
    <dgm:pt modelId="{75024C9A-E7A9-4D89-9463-9FE26905DFA9}" type="pres">
      <dgm:prSet presAssocID="{5E92505A-51E0-4F78-B3C5-704ACF8710DE}" presName="Parent4" presStyleLbl="node1" presStyleIdx="1" presStyleCnt="5">
        <dgm:presLayoutVars>
          <dgm:chMax val="2"/>
          <dgm:chPref val="1"/>
          <dgm:bulletEnabled val="1"/>
        </dgm:presLayoutVars>
      </dgm:prSet>
      <dgm:spPr/>
    </dgm:pt>
    <dgm:pt modelId="{E14EAB72-FFC4-4D22-BB1F-B5FCAB47D489}" type="pres">
      <dgm:prSet presAssocID="{A59EC69B-8F3F-425B-819F-E8C557946AEE}" presName="ChildAccent3" presStyleCnt="0"/>
      <dgm:spPr/>
    </dgm:pt>
    <dgm:pt modelId="{2532504F-5FE1-4C97-B485-F05E8885EACC}" type="pres">
      <dgm:prSet presAssocID="{A59EC69B-8F3F-425B-819F-E8C557946AEE}" presName="ChildAccent" presStyleLbl="alignImgPlace1" presStyleIdx="2" presStyleCnt="5" custLinFactNeighborX="514" custLinFactNeighborY="-1127"/>
      <dgm:spPr/>
    </dgm:pt>
    <dgm:pt modelId="{47E047BA-3AB9-46AD-AE55-E62F2E25D696}" type="pres">
      <dgm:prSet presAssocID="{A59EC69B-8F3F-425B-819F-E8C557946AEE}" presName="Child3" presStyleLbl="revTx" presStyleIdx="0" presStyleCnt="0">
        <dgm:presLayoutVars>
          <dgm:chMax val="0"/>
          <dgm:chPref val="0"/>
          <dgm:bulletEnabled val="1"/>
        </dgm:presLayoutVars>
      </dgm:prSet>
      <dgm:spPr/>
    </dgm:pt>
    <dgm:pt modelId="{7803AD32-AB32-4C13-8F5D-952B9E2BB1CC}" type="pres">
      <dgm:prSet presAssocID="{A59EC69B-8F3F-425B-819F-E8C557946AEE}" presName="Parent3" presStyleLbl="node1" presStyleIdx="2" presStyleCnt="5">
        <dgm:presLayoutVars>
          <dgm:chMax val="2"/>
          <dgm:chPref val="1"/>
          <dgm:bulletEnabled val="1"/>
        </dgm:presLayoutVars>
      </dgm:prSet>
      <dgm:spPr/>
    </dgm:pt>
    <dgm:pt modelId="{D1E0BF74-115A-4106-AB22-0F3B18D1DABF}" type="pres">
      <dgm:prSet presAssocID="{7B3055AA-BF7C-46D0-9A9E-60087B9F57B4}" presName="ChildAccent2" presStyleCnt="0"/>
      <dgm:spPr/>
    </dgm:pt>
    <dgm:pt modelId="{06F8D57B-EDF4-4CF4-8700-DC2CA3E3028E}" type="pres">
      <dgm:prSet presAssocID="{7B3055AA-BF7C-46D0-9A9E-60087B9F57B4}" presName="ChildAccent" presStyleLbl="alignImgPlace1" presStyleIdx="3" presStyleCnt="5"/>
      <dgm:spPr/>
    </dgm:pt>
    <dgm:pt modelId="{D337CC4A-6DBC-4BC2-98B7-B94DB1DF231A}" type="pres">
      <dgm:prSet presAssocID="{7B3055AA-BF7C-46D0-9A9E-60087B9F57B4}" presName="Child2" presStyleLbl="revTx" presStyleIdx="0" presStyleCnt="0">
        <dgm:presLayoutVars>
          <dgm:chMax val="0"/>
          <dgm:chPref val="0"/>
          <dgm:bulletEnabled val="1"/>
        </dgm:presLayoutVars>
      </dgm:prSet>
      <dgm:spPr/>
    </dgm:pt>
    <dgm:pt modelId="{E562AEDA-0956-4E5C-ACDD-0EB506610D38}" type="pres">
      <dgm:prSet presAssocID="{7B3055AA-BF7C-46D0-9A9E-60087B9F57B4}" presName="Parent2" presStyleLbl="node1" presStyleIdx="3" presStyleCnt="5">
        <dgm:presLayoutVars>
          <dgm:chMax val="2"/>
          <dgm:chPref val="1"/>
          <dgm:bulletEnabled val="1"/>
        </dgm:presLayoutVars>
      </dgm:prSet>
      <dgm:spPr/>
    </dgm:pt>
    <dgm:pt modelId="{AA6A53F4-6F8B-4491-9869-8F7370CE5670}" type="pres">
      <dgm:prSet presAssocID="{988D96B0-D16E-4763-B393-84178CF4FF50}" presName="ChildAccent1" presStyleCnt="0"/>
      <dgm:spPr/>
    </dgm:pt>
    <dgm:pt modelId="{A134CDD1-D85F-44EF-8BEE-9F99A855C1E6}" type="pres">
      <dgm:prSet presAssocID="{988D96B0-D16E-4763-B393-84178CF4FF50}" presName="ChildAccent" presStyleLbl="alignImgPlace1" presStyleIdx="4" presStyleCnt="5" custLinFactNeighborX="-2259" custLinFactNeighborY="-1581"/>
      <dgm:spPr/>
    </dgm:pt>
    <dgm:pt modelId="{840D3CCE-7581-42CF-903C-B01AC91FF203}" type="pres">
      <dgm:prSet presAssocID="{988D96B0-D16E-4763-B393-84178CF4FF50}" presName="Child1" presStyleLbl="revTx" presStyleIdx="0" presStyleCnt="0">
        <dgm:presLayoutVars>
          <dgm:chMax val="0"/>
          <dgm:chPref val="0"/>
          <dgm:bulletEnabled val="1"/>
        </dgm:presLayoutVars>
      </dgm:prSet>
      <dgm:spPr/>
    </dgm:pt>
    <dgm:pt modelId="{7E9BAC5A-DB17-4A4B-AC85-9F3979DA1FE1}" type="pres">
      <dgm:prSet presAssocID="{988D96B0-D16E-4763-B393-84178CF4FF50}" presName="Parent1" presStyleLbl="node1" presStyleIdx="4" presStyleCnt="5">
        <dgm:presLayoutVars>
          <dgm:chMax val="2"/>
          <dgm:chPref val="1"/>
          <dgm:bulletEnabled val="1"/>
        </dgm:presLayoutVars>
      </dgm:prSet>
      <dgm:spPr/>
    </dgm:pt>
  </dgm:ptLst>
  <dgm:cxnLst>
    <dgm:cxn modelId="{CD2CE600-0494-45C8-AD9B-30DDB7861C58}" type="presOf" srcId="{73DB572E-062D-41AD-8033-D361B8E583DB}" destId="{47E047BA-3AB9-46AD-AE55-E62F2E25D696}" srcOrd="1" destOrd="0" presId="urn:microsoft.com/office/officeart/2011/layout/InterconnectedBlockProcess"/>
    <dgm:cxn modelId="{E6B70501-CFCB-4D4A-94BE-F63036069196}" type="presOf" srcId="{5751524B-FB67-4894-A0C5-35151E149D68}" destId="{A6BCDA7B-D633-438F-B44D-CB4D60E5C492}" srcOrd="0" destOrd="0" presId="urn:microsoft.com/office/officeart/2011/layout/InterconnectedBlockProcess"/>
    <dgm:cxn modelId="{521FD508-C5FD-4804-AFDC-D1FF9945B211}" srcId="{5751524B-FB67-4894-A0C5-35151E149D68}" destId="{65C051F6-A849-4495-A964-CD4C650B9C06}" srcOrd="4" destOrd="0" parTransId="{C24738E5-1547-4D8D-A2CE-64D703ECDF78}" sibTransId="{196A2EB9-DD96-4630-B699-7AF000340374}"/>
    <dgm:cxn modelId="{73D96D09-DD2B-46D2-8B89-1710E520C3CD}" type="presOf" srcId="{5E92505A-51E0-4F78-B3C5-704ACF8710DE}" destId="{75024C9A-E7A9-4D89-9463-9FE26905DFA9}" srcOrd="0" destOrd="0" presId="urn:microsoft.com/office/officeart/2011/layout/InterconnectedBlockProcess"/>
    <dgm:cxn modelId="{3ABA750C-0ADC-474D-89A0-CD207560AB40}" type="presOf" srcId="{D471E45F-B026-44AA-9616-57E786AE80AF}" destId="{840D3CCE-7581-42CF-903C-B01AC91FF203}" srcOrd="1" destOrd="0" presId="urn:microsoft.com/office/officeart/2011/layout/InterconnectedBlockProcess"/>
    <dgm:cxn modelId="{106FB222-71F0-46A9-B9CD-8ED42326C51C}" type="presOf" srcId="{73DB572E-062D-41AD-8033-D361B8E583DB}" destId="{2532504F-5FE1-4C97-B485-F05E8885EACC}" srcOrd="0" destOrd="0" presId="urn:microsoft.com/office/officeart/2011/layout/InterconnectedBlockProcess"/>
    <dgm:cxn modelId="{FD5F1A37-0C13-4B79-B995-329FCC8ADFBC}" type="presOf" srcId="{D471E45F-B026-44AA-9616-57E786AE80AF}" destId="{A134CDD1-D85F-44EF-8BEE-9F99A855C1E6}" srcOrd="0" destOrd="0" presId="urn:microsoft.com/office/officeart/2011/layout/InterconnectedBlockProcess"/>
    <dgm:cxn modelId="{090B5C5F-12CC-425B-A57E-613F74A3F00E}" type="presOf" srcId="{7B3055AA-BF7C-46D0-9A9E-60087B9F57B4}" destId="{E562AEDA-0956-4E5C-ACDD-0EB506610D38}" srcOrd="0" destOrd="0" presId="urn:microsoft.com/office/officeart/2011/layout/InterconnectedBlockProcess"/>
    <dgm:cxn modelId="{492E6D61-CCFD-4CF5-B6F8-CD071DF473EF}" srcId="{5E92505A-51E0-4F78-B3C5-704ACF8710DE}" destId="{EB913A1E-B939-4FF8-99F9-6357165F0153}" srcOrd="0" destOrd="0" parTransId="{3B73E279-2614-422F-8C7F-C02BD7998867}" sibTransId="{AB73FB37-6A2F-4749-A9AA-8D8993AB3187}"/>
    <dgm:cxn modelId="{629C8D44-2DE6-4417-B3AA-F826BED4B1DC}" type="presOf" srcId="{A59EC69B-8F3F-425B-819F-E8C557946AEE}" destId="{7803AD32-AB32-4C13-8F5D-952B9E2BB1CC}" srcOrd="0" destOrd="0" presId="urn:microsoft.com/office/officeart/2011/layout/InterconnectedBlockProcess"/>
    <dgm:cxn modelId="{AA17007A-110D-43AE-B6F2-DF2DF885F2E2}" srcId="{A59EC69B-8F3F-425B-819F-E8C557946AEE}" destId="{73DB572E-062D-41AD-8033-D361B8E583DB}" srcOrd="0" destOrd="0" parTransId="{75D01B62-D132-48B8-9D06-D0A551A21107}" sibTransId="{98BDB650-3386-4D3D-8E80-609010499291}"/>
    <dgm:cxn modelId="{2DB8A67F-770D-430A-BCC1-D15B98537FB2}" type="presOf" srcId="{9FED87C4-3F3B-4A18-9185-9F80CFEDEA2E}" destId="{06F8D57B-EDF4-4CF4-8700-DC2CA3E3028E}" srcOrd="0" destOrd="0" presId="urn:microsoft.com/office/officeart/2011/layout/InterconnectedBlockProcess"/>
    <dgm:cxn modelId="{53D77F81-695F-4E3F-82EF-AE032BF07A21}" type="presOf" srcId="{65C051F6-A849-4495-A964-CD4C650B9C06}" destId="{39069612-B169-47BA-8F8B-5A8B15F5B592}" srcOrd="0" destOrd="0" presId="urn:microsoft.com/office/officeart/2011/layout/InterconnectedBlockProcess"/>
    <dgm:cxn modelId="{27611794-B6EF-4593-A560-02BF7692DC5A}" srcId="{7B3055AA-BF7C-46D0-9A9E-60087B9F57B4}" destId="{9FED87C4-3F3B-4A18-9185-9F80CFEDEA2E}" srcOrd="0" destOrd="0" parTransId="{669F5586-1E47-4A85-AA72-0E435BABD665}" sibTransId="{AD0D1882-5210-4A49-9875-4AAC43595580}"/>
    <dgm:cxn modelId="{74591F95-E2D8-4DD3-BF57-8D2DB7AD00A9}" type="presOf" srcId="{7DE2FC7A-7F2A-4D18-9725-541C9B4F3196}" destId="{8CAE5A4D-0C7B-48A6-917B-0B8433D0574B}" srcOrd="0" destOrd="0" presId="urn:microsoft.com/office/officeart/2011/layout/InterconnectedBlockProcess"/>
    <dgm:cxn modelId="{ACD876A9-6708-4267-B5FC-A87E50AD1A67}" srcId="{65C051F6-A849-4495-A964-CD4C650B9C06}" destId="{7DE2FC7A-7F2A-4D18-9725-541C9B4F3196}" srcOrd="0" destOrd="0" parTransId="{C51468DF-D21C-4E5C-8E03-2C8034DA881C}" sibTransId="{6C82CB86-1DE2-4EC3-9D9A-A6C1877D6785}"/>
    <dgm:cxn modelId="{6C7D4BBB-EED6-4011-9FBC-87F683D5B245}" srcId="{5751524B-FB67-4894-A0C5-35151E149D68}" destId="{7B3055AA-BF7C-46D0-9A9E-60087B9F57B4}" srcOrd="1" destOrd="0" parTransId="{F772EF41-D2BB-4368-8327-B4E332165F48}" sibTransId="{B81593E2-4CAC-4783-8D2D-E9DDD236A942}"/>
    <dgm:cxn modelId="{A5D53BBC-ACE8-4B88-A4B6-696759268142}" type="presOf" srcId="{7DE2FC7A-7F2A-4D18-9725-541C9B4F3196}" destId="{FF4BA9C8-0AD1-4544-9FEC-A9E09983BAF1}" srcOrd="1" destOrd="0" presId="urn:microsoft.com/office/officeart/2011/layout/InterconnectedBlockProcess"/>
    <dgm:cxn modelId="{D008A9C0-309E-4577-8ECB-C54C96DAA310}" type="presOf" srcId="{EB913A1E-B939-4FF8-99F9-6357165F0153}" destId="{FC0F1314-3294-4A8C-8DCE-EB53E236164C}" srcOrd="0" destOrd="0" presId="urn:microsoft.com/office/officeart/2011/layout/InterconnectedBlockProcess"/>
    <dgm:cxn modelId="{8E2D9ECD-A379-4668-A12D-23CF7C9C919D}" type="presOf" srcId="{988D96B0-D16E-4763-B393-84178CF4FF50}" destId="{7E9BAC5A-DB17-4A4B-AC85-9F3979DA1FE1}" srcOrd="0" destOrd="0" presId="urn:microsoft.com/office/officeart/2011/layout/InterconnectedBlockProcess"/>
    <dgm:cxn modelId="{73E867CF-7A23-459D-9FB9-F4C34A2C5291}" type="presOf" srcId="{EB913A1E-B939-4FF8-99F9-6357165F0153}" destId="{38A92635-8DB5-4030-85F3-E7F612963BE7}" srcOrd="1" destOrd="0" presId="urn:microsoft.com/office/officeart/2011/layout/InterconnectedBlockProcess"/>
    <dgm:cxn modelId="{D1BA1DD0-A52A-47BF-962D-9810C87E1576}" srcId="{5751524B-FB67-4894-A0C5-35151E149D68}" destId="{A59EC69B-8F3F-425B-819F-E8C557946AEE}" srcOrd="2" destOrd="0" parTransId="{0095C3CB-916F-4060-A8DA-DD282FB51587}" sibTransId="{2868AD8D-4E38-46CE-A972-709857BF40AC}"/>
    <dgm:cxn modelId="{73DD7CDD-B91A-4E0B-8DE1-1D7DCD87C5C9}" type="presOf" srcId="{9FED87C4-3F3B-4A18-9185-9F80CFEDEA2E}" destId="{D337CC4A-6DBC-4BC2-98B7-B94DB1DF231A}" srcOrd="1" destOrd="0" presId="urn:microsoft.com/office/officeart/2011/layout/InterconnectedBlockProcess"/>
    <dgm:cxn modelId="{DA8CD5E8-B2EE-41E4-8EC6-CFB41D688F68}" srcId="{5751524B-FB67-4894-A0C5-35151E149D68}" destId="{5E92505A-51E0-4F78-B3C5-704ACF8710DE}" srcOrd="3" destOrd="0" parTransId="{765B1266-7CE2-4F9C-AE38-D97DFBC1B151}" sibTransId="{5E9E6A6F-635A-4791-A107-01E95B62EA08}"/>
    <dgm:cxn modelId="{AEE28BEF-3F73-41A5-9307-D42A450FCA17}" srcId="{988D96B0-D16E-4763-B393-84178CF4FF50}" destId="{D471E45F-B026-44AA-9616-57E786AE80AF}" srcOrd="0" destOrd="0" parTransId="{326A986D-69A4-4AC0-AD9B-462FFC9C3F18}" sibTransId="{304E70AD-39C7-4C28-BF7B-6EE91BAE97B7}"/>
    <dgm:cxn modelId="{8CB593F6-6C5D-4606-B959-3E27F9872EC1}" srcId="{5751524B-FB67-4894-A0C5-35151E149D68}" destId="{988D96B0-D16E-4763-B393-84178CF4FF50}" srcOrd="0" destOrd="0" parTransId="{080A6B9D-C27D-4227-AC65-3C97878D78C4}" sibTransId="{19B27CEC-4BAD-44A7-A9A7-B7A8B23ADCFD}"/>
    <dgm:cxn modelId="{ED97533C-9C7B-4154-898F-D817AECC3EB2}" type="presParOf" srcId="{A6BCDA7B-D633-438F-B44D-CB4D60E5C492}" destId="{4FD9B95E-6607-4D17-BC56-D524B4CDC1F0}" srcOrd="0" destOrd="0" presId="urn:microsoft.com/office/officeart/2011/layout/InterconnectedBlockProcess"/>
    <dgm:cxn modelId="{E0528573-65C9-4921-AF0C-189D94719F7B}" type="presParOf" srcId="{4FD9B95E-6607-4D17-BC56-D524B4CDC1F0}" destId="{8CAE5A4D-0C7B-48A6-917B-0B8433D0574B}" srcOrd="0" destOrd="0" presId="urn:microsoft.com/office/officeart/2011/layout/InterconnectedBlockProcess"/>
    <dgm:cxn modelId="{913073A6-80F0-4D0B-95A1-1B728B4151D5}" type="presParOf" srcId="{A6BCDA7B-D633-438F-B44D-CB4D60E5C492}" destId="{FF4BA9C8-0AD1-4544-9FEC-A9E09983BAF1}" srcOrd="1" destOrd="0" presId="urn:microsoft.com/office/officeart/2011/layout/InterconnectedBlockProcess"/>
    <dgm:cxn modelId="{7DAA3B58-8203-4A95-9AA2-F446AF3C1F7F}" type="presParOf" srcId="{A6BCDA7B-D633-438F-B44D-CB4D60E5C492}" destId="{39069612-B169-47BA-8F8B-5A8B15F5B592}" srcOrd="2" destOrd="0" presId="urn:microsoft.com/office/officeart/2011/layout/InterconnectedBlockProcess"/>
    <dgm:cxn modelId="{AAA9E5C7-A0DB-4235-826B-26294AB1A4A3}" type="presParOf" srcId="{A6BCDA7B-D633-438F-B44D-CB4D60E5C492}" destId="{4AFAF622-DB52-4007-B777-69D2C7430583}" srcOrd="3" destOrd="0" presId="urn:microsoft.com/office/officeart/2011/layout/InterconnectedBlockProcess"/>
    <dgm:cxn modelId="{05A4186D-6911-479D-8E07-CB125B226C8C}" type="presParOf" srcId="{4AFAF622-DB52-4007-B777-69D2C7430583}" destId="{FC0F1314-3294-4A8C-8DCE-EB53E236164C}" srcOrd="0" destOrd="0" presId="urn:microsoft.com/office/officeart/2011/layout/InterconnectedBlockProcess"/>
    <dgm:cxn modelId="{39CF7837-6C90-45BD-8B34-BD6BEF93F538}" type="presParOf" srcId="{A6BCDA7B-D633-438F-B44D-CB4D60E5C492}" destId="{38A92635-8DB5-4030-85F3-E7F612963BE7}" srcOrd="4" destOrd="0" presId="urn:microsoft.com/office/officeart/2011/layout/InterconnectedBlockProcess"/>
    <dgm:cxn modelId="{27833E5D-2161-4CF9-8E7F-6C77FC1DA435}" type="presParOf" srcId="{A6BCDA7B-D633-438F-B44D-CB4D60E5C492}" destId="{75024C9A-E7A9-4D89-9463-9FE26905DFA9}" srcOrd="5" destOrd="0" presId="urn:microsoft.com/office/officeart/2011/layout/InterconnectedBlockProcess"/>
    <dgm:cxn modelId="{BD177A92-B65A-49E1-9D13-6FFE99F839C7}" type="presParOf" srcId="{A6BCDA7B-D633-438F-B44D-CB4D60E5C492}" destId="{E14EAB72-FFC4-4D22-BB1F-B5FCAB47D489}" srcOrd="6" destOrd="0" presId="urn:microsoft.com/office/officeart/2011/layout/InterconnectedBlockProcess"/>
    <dgm:cxn modelId="{8DF1CABB-6E5D-40A3-B67B-F936D56D20A8}" type="presParOf" srcId="{E14EAB72-FFC4-4D22-BB1F-B5FCAB47D489}" destId="{2532504F-5FE1-4C97-B485-F05E8885EACC}" srcOrd="0" destOrd="0" presId="urn:microsoft.com/office/officeart/2011/layout/InterconnectedBlockProcess"/>
    <dgm:cxn modelId="{46F435F1-C3AF-454C-9E4E-D6AAE1CB1E66}" type="presParOf" srcId="{A6BCDA7B-D633-438F-B44D-CB4D60E5C492}" destId="{47E047BA-3AB9-46AD-AE55-E62F2E25D696}" srcOrd="7" destOrd="0" presId="urn:microsoft.com/office/officeart/2011/layout/InterconnectedBlockProcess"/>
    <dgm:cxn modelId="{7B641691-521E-4A46-8F02-4A31B51C95F8}" type="presParOf" srcId="{A6BCDA7B-D633-438F-B44D-CB4D60E5C492}" destId="{7803AD32-AB32-4C13-8F5D-952B9E2BB1CC}" srcOrd="8" destOrd="0" presId="urn:microsoft.com/office/officeart/2011/layout/InterconnectedBlockProcess"/>
    <dgm:cxn modelId="{66F05617-4ED9-4D19-B355-DE2185C87264}" type="presParOf" srcId="{A6BCDA7B-D633-438F-B44D-CB4D60E5C492}" destId="{D1E0BF74-115A-4106-AB22-0F3B18D1DABF}" srcOrd="9" destOrd="0" presId="urn:microsoft.com/office/officeart/2011/layout/InterconnectedBlockProcess"/>
    <dgm:cxn modelId="{7DFC1E59-A499-4009-8615-20D57A1D0C88}" type="presParOf" srcId="{D1E0BF74-115A-4106-AB22-0F3B18D1DABF}" destId="{06F8D57B-EDF4-4CF4-8700-DC2CA3E3028E}" srcOrd="0" destOrd="0" presId="urn:microsoft.com/office/officeart/2011/layout/InterconnectedBlockProcess"/>
    <dgm:cxn modelId="{93BBF336-9D83-48A4-AB79-4CDEB3EE008F}" type="presParOf" srcId="{A6BCDA7B-D633-438F-B44D-CB4D60E5C492}" destId="{D337CC4A-6DBC-4BC2-98B7-B94DB1DF231A}" srcOrd="10" destOrd="0" presId="urn:microsoft.com/office/officeart/2011/layout/InterconnectedBlockProcess"/>
    <dgm:cxn modelId="{475ACDF3-082F-4C84-AE08-73B6278BECD9}" type="presParOf" srcId="{A6BCDA7B-D633-438F-B44D-CB4D60E5C492}" destId="{E562AEDA-0956-4E5C-ACDD-0EB506610D38}" srcOrd="11" destOrd="0" presId="urn:microsoft.com/office/officeart/2011/layout/InterconnectedBlockProcess"/>
    <dgm:cxn modelId="{093820F8-DC85-4CE5-8CA1-15046EB84DBC}" type="presParOf" srcId="{A6BCDA7B-D633-438F-B44D-CB4D60E5C492}" destId="{AA6A53F4-6F8B-4491-9869-8F7370CE5670}" srcOrd="12" destOrd="0" presId="urn:microsoft.com/office/officeart/2011/layout/InterconnectedBlockProcess"/>
    <dgm:cxn modelId="{145733AE-B022-4785-BF18-FF8DC7B327DC}" type="presParOf" srcId="{AA6A53F4-6F8B-4491-9869-8F7370CE5670}" destId="{A134CDD1-D85F-44EF-8BEE-9F99A855C1E6}" srcOrd="0" destOrd="0" presId="urn:microsoft.com/office/officeart/2011/layout/InterconnectedBlockProcess"/>
    <dgm:cxn modelId="{432943CF-DA05-4B91-B119-11EACF26BC1E}" type="presParOf" srcId="{A6BCDA7B-D633-438F-B44D-CB4D60E5C492}" destId="{840D3CCE-7581-42CF-903C-B01AC91FF203}" srcOrd="13" destOrd="0" presId="urn:microsoft.com/office/officeart/2011/layout/InterconnectedBlockProcess"/>
    <dgm:cxn modelId="{14B6E35A-7783-487B-BA44-3585502D8D42}" type="presParOf" srcId="{A6BCDA7B-D633-438F-B44D-CB4D60E5C492}" destId="{7E9BAC5A-DB17-4A4B-AC85-9F3979DA1FE1}" srcOrd="14" destOrd="0" presId="urn:microsoft.com/office/officeart/2011/layout/InterconnectedBlockProces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CAE5A4D-0C7B-48A6-917B-0B8433D0574B}">
      <dsp:nvSpPr>
        <dsp:cNvPr id="0" name=""/>
        <dsp:cNvSpPr/>
      </dsp:nvSpPr>
      <dsp:spPr>
        <a:xfrm>
          <a:off x="8040242" y="841586"/>
          <a:ext cx="1325488" cy="3366347"/>
        </a:xfrm>
        <a:prstGeom prst="wedgeRectCallout">
          <a:avLst>
            <a:gd name="adj1" fmla="val 0"/>
            <a:gd name="adj2" fmla="val 0"/>
          </a:avLst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0800" tIns="50800" rIns="50800" bIns="5080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1.Mini project completion  2.documentation</a:t>
          </a:r>
        </a:p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 3.final presentation</a:t>
          </a:r>
          <a:endParaRPr lang="en-IN" sz="1600" kern="1200" dirty="0"/>
        </a:p>
      </dsp:txBody>
      <dsp:txXfrm>
        <a:off x="8208495" y="841586"/>
        <a:ext cx="1157235" cy="3366347"/>
      </dsp:txXfrm>
    </dsp:sp>
    <dsp:sp modelId="{39069612-B169-47BA-8F8B-5A8B15F5B592}">
      <dsp:nvSpPr>
        <dsp:cNvPr id="0" name=""/>
        <dsp:cNvSpPr/>
      </dsp:nvSpPr>
      <dsp:spPr>
        <a:xfrm>
          <a:off x="8040242" y="0"/>
          <a:ext cx="1325488" cy="841586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6675" tIns="66675" rIns="66675" bIns="66675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Final Review</a:t>
          </a:r>
        </a:p>
      </dsp:txBody>
      <dsp:txXfrm>
        <a:off x="8040242" y="0"/>
        <a:ext cx="1325488" cy="841586"/>
      </dsp:txXfrm>
    </dsp:sp>
    <dsp:sp modelId="{FC0F1314-3294-4A8C-8DCE-EB53E236164C}">
      <dsp:nvSpPr>
        <dsp:cNvPr id="0" name=""/>
        <dsp:cNvSpPr/>
      </dsp:nvSpPr>
      <dsp:spPr>
        <a:xfrm>
          <a:off x="6718066" y="841586"/>
          <a:ext cx="1325488" cy="3155950"/>
        </a:xfrm>
        <a:prstGeom prst="wedgeRectCallout">
          <a:avLst>
            <a:gd name="adj1" fmla="val 62500"/>
            <a:gd name="adj2" fmla="val 20830"/>
          </a:avLst>
        </a:prstGeom>
        <a:solidFill>
          <a:schemeClr val="accent1">
            <a:tint val="50000"/>
            <a:hueOff val="-3179766"/>
            <a:satOff val="8519"/>
            <a:lumOff val="309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0800" tIns="50800" rIns="50800" bIns="5080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1.Model evaluation  2.performance metrics  3.improvement/tuning</a:t>
          </a:r>
          <a:endParaRPr lang="en-IN" sz="1600" kern="1200" dirty="0"/>
        </a:p>
      </dsp:txBody>
      <dsp:txXfrm>
        <a:off x="6886319" y="841586"/>
        <a:ext cx="1157235" cy="3155950"/>
      </dsp:txXfrm>
    </dsp:sp>
    <dsp:sp modelId="{75024C9A-E7A9-4D89-9463-9FE26905DFA9}">
      <dsp:nvSpPr>
        <dsp:cNvPr id="0" name=""/>
        <dsp:cNvSpPr/>
      </dsp:nvSpPr>
      <dsp:spPr>
        <a:xfrm>
          <a:off x="6718066" y="105198"/>
          <a:ext cx="1325488" cy="736388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6675" tIns="66675" rIns="66675" bIns="66675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Review 4</a:t>
          </a:r>
        </a:p>
      </dsp:txBody>
      <dsp:txXfrm>
        <a:off x="6718066" y="105198"/>
        <a:ext cx="1325488" cy="736388"/>
      </dsp:txXfrm>
    </dsp:sp>
    <dsp:sp modelId="{2532504F-5FE1-4C97-B485-F05E8885EACC}">
      <dsp:nvSpPr>
        <dsp:cNvPr id="0" name=""/>
        <dsp:cNvSpPr/>
      </dsp:nvSpPr>
      <dsp:spPr>
        <a:xfrm>
          <a:off x="5399391" y="808390"/>
          <a:ext cx="1325488" cy="2945553"/>
        </a:xfrm>
        <a:prstGeom prst="wedgeRectCallout">
          <a:avLst>
            <a:gd name="adj1" fmla="val 62500"/>
            <a:gd name="adj2" fmla="val 20830"/>
          </a:avLst>
        </a:prstGeom>
        <a:solidFill>
          <a:schemeClr val="accent1">
            <a:tint val="50000"/>
            <a:hueOff val="-6359532"/>
            <a:satOff val="17037"/>
            <a:lumOff val="618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150" tIns="57150" rIns="57150" bIns="5715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1.Implement ML models (classification/regression) + training</a:t>
          </a:r>
        </a:p>
      </dsp:txBody>
      <dsp:txXfrm>
        <a:off x="5567644" y="808390"/>
        <a:ext cx="1157235" cy="2945553"/>
      </dsp:txXfrm>
    </dsp:sp>
    <dsp:sp modelId="{7803AD32-AB32-4C13-8F5D-952B9E2BB1CC}">
      <dsp:nvSpPr>
        <dsp:cNvPr id="0" name=""/>
        <dsp:cNvSpPr/>
      </dsp:nvSpPr>
      <dsp:spPr>
        <a:xfrm>
          <a:off x="5392578" y="213763"/>
          <a:ext cx="1325488" cy="631190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6675" tIns="66675" rIns="66675" bIns="66675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Review 3</a:t>
          </a:r>
        </a:p>
      </dsp:txBody>
      <dsp:txXfrm>
        <a:off x="5392578" y="213763"/>
        <a:ext cx="1325488" cy="631190"/>
      </dsp:txXfrm>
    </dsp:sp>
    <dsp:sp modelId="{06F8D57B-EDF4-4CF4-8700-DC2CA3E3028E}">
      <dsp:nvSpPr>
        <dsp:cNvPr id="0" name=""/>
        <dsp:cNvSpPr/>
      </dsp:nvSpPr>
      <dsp:spPr>
        <a:xfrm>
          <a:off x="4067090" y="841586"/>
          <a:ext cx="1325488" cy="2735157"/>
        </a:xfrm>
        <a:prstGeom prst="wedgeRectCallout">
          <a:avLst>
            <a:gd name="adj1" fmla="val 62500"/>
            <a:gd name="adj2" fmla="val 20830"/>
          </a:avLst>
        </a:prstGeom>
        <a:solidFill>
          <a:schemeClr val="accent1">
            <a:tint val="50000"/>
            <a:hueOff val="-9539299"/>
            <a:satOff val="25556"/>
            <a:lumOff val="928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0800" tIns="50800" rIns="50800" bIns="5080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1.Data collection</a:t>
          </a:r>
        </a:p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2.Data cleaning</a:t>
          </a:r>
        </a:p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3.Preprocessing basics</a:t>
          </a:r>
        </a:p>
        <a:p>
          <a:pPr marL="0" lvl="0" indent="0" algn="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600" kern="12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>
        <a:off x="4235342" y="841586"/>
        <a:ext cx="1157235" cy="2735157"/>
      </dsp:txXfrm>
    </dsp:sp>
    <dsp:sp modelId="{E562AEDA-0956-4E5C-ACDD-0EB506610D38}">
      <dsp:nvSpPr>
        <dsp:cNvPr id="0" name=""/>
        <dsp:cNvSpPr/>
      </dsp:nvSpPr>
      <dsp:spPr>
        <a:xfrm>
          <a:off x="4067090" y="315595"/>
          <a:ext cx="1325488" cy="525991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6675" tIns="66675" rIns="66675" bIns="66675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Review 2</a:t>
          </a:r>
        </a:p>
      </dsp:txBody>
      <dsp:txXfrm>
        <a:off x="4067090" y="315595"/>
        <a:ext cx="1325488" cy="525991"/>
      </dsp:txXfrm>
    </dsp:sp>
    <dsp:sp modelId="{A134CDD1-D85F-44EF-8BEE-9F99A855C1E6}">
      <dsp:nvSpPr>
        <dsp:cNvPr id="0" name=""/>
        <dsp:cNvSpPr/>
      </dsp:nvSpPr>
      <dsp:spPr>
        <a:xfrm>
          <a:off x="2711658" y="801670"/>
          <a:ext cx="1325488" cy="2524760"/>
        </a:xfrm>
        <a:prstGeom prst="wedgeRectCallout">
          <a:avLst>
            <a:gd name="adj1" fmla="val 62500"/>
            <a:gd name="adj2" fmla="val 20830"/>
          </a:avLst>
        </a:prstGeom>
        <a:solidFill>
          <a:schemeClr val="accent1">
            <a:tint val="50000"/>
            <a:hueOff val="-12719064"/>
            <a:satOff val="34075"/>
            <a:lumOff val="12376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4450" tIns="44450" rIns="44450" bIns="4445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400" kern="1200" dirty="0"/>
            <a:t>1.Company study </a:t>
          </a:r>
        </a:p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400" b="0" kern="1200" dirty="0"/>
            <a:t>2.Python programming basics </a:t>
          </a:r>
        </a:p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400" kern="1200" dirty="0"/>
            <a:t>3.AI/ML domain understanding </a:t>
          </a:r>
        </a:p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400" kern="1200" dirty="0"/>
            <a:t>4.Tools setup</a:t>
          </a:r>
          <a:endParaRPr lang="en-US" sz="1400" kern="12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>
        <a:off x="2879911" y="801670"/>
        <a:ext cx="1157235" cy="2524760"/>
      </dsp:txXfrm>
    </dsp:sp>
    <dsp:sp modelId="{7E9BAC5A-DB17-4A4B-AC85-9F3979DA1FE1}">
      <dsp:nvSpPr>
        <dsp:cNvPr id="0" name=""/>
        <dsp:cNvSpPr/>
      </dsp:nvSpPr>
      <dsp:spPr>
        <a:xfrm>
          <a:off x="2741601" y="420793"/>
          <a:ext cx="1325488" cy="420793"/>
        </a:xfrm>
        <a:prstGeom prst="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6675" tIns="66675" rIns="66675" bIns="66675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Review 1</a:t>
          </a:r>
        </a:p>
      </dsp:txBody>
      <dsp:txXfrm>
        <a:off x="2741601" y="420793"/>
        <a:ext cx="1325488" cy="42079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1/layout/InterconnectedBlockProcess">
  <dgm:title val="Interconnected Block Process"/>
  <dgm:desc val="Use to show sequential steps in a process. Works best with small amounts of Level 1 text and medium amounts of Level 2 text."/>
  <dgm:catLst>
    <dgm:cat type="process" pri="5500"/>
    <dgm:cat type="officeonline" pri="35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40" srcId="0" destId="10" srcOrd="0" destOrd="0"/>
        <dgm:cxn modelId="12" srcId="10" destId="11" srcOrd="0" destOrd="0"/>
        <dgm:cxn modelId="50" srcId="0" destId="20" srcOrd="1" destOrd="0"/>
        <dgm:cxn modelId="22" srcId="20" destId="21" srcOrd="0" destOrd="0"/>
        <dgm:cxn modelId="60" srcId="0" destId="30" srcOrd="2" destOrd="0"/>
        <dgm:cxn modelId="32" srcId="30" destId="3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</dgm:ptLst>
      <dgm:cxnLst>
        <dgm:cxn modelId="40" srcId="0" destId="10" srcOrd="0" destOrd="0"/>
        <dgm:cxn modelId="12" srcId="10" destId="11" srcOrd="0" destOrd="0"/>
        <dgm:cxn modelId="50" srcId="0" destId="20" srcOrd="1" destOrd="0"/>
        <dgm:cxn modelId="22" srcId="20" destId="21" srcOrd="0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  <dgm:pt modelId="40">
          <dgm:prSet phldr="1"/>
        </dgm:pt>
        <dgm:pt modelId="41">
          <dgm:prSet phldr="1"/>
        </dgm:pt>
      </dgm:ptLst>
      <dgm:cxnLst>
        <dgm:cxn modelId="40" srcId="0" destId="10" srcOrd="0" destOrd="0"/>
        <dgm:cxn modelId="12" srcId="10" destId="11" srcOrd="0" destOrd="0"/>
        <dgm:cxn modelId="50" srcId="0" destId="20" srcOrd="1" destOrd="0"/>
        <dgm:cxn modelId="22" srcId="20" destId="21" srcOrd="0" destOrd="0"/>
        <dgm:cxn modelId="60" srcId="0" destId="30" srcOrd="2" destOrd="0"/>
        <dgm:cxn modelId="32" srcId="30" destId="31" srcOrd="0" destOrd="0"/>
        <dgm:cxn modelId="70" srcId="0" destId="40" srcOrd="2" destOrd="0"/>
        <dgm:cxn modelId="42" srcId="40" destId="41" srcOrd="0" destOrd="0"/>
      </dgm:cxnLst>
      <dgm:bg/>
      <dgm:whole/>
    </dgm:dataModel>
  </dgm:clrData>
  <dgm:layoutNode name="Name0">
    <dgm:varLst>
      <dgm:chMax val="7"/>
      <dgm:chPref val="5"/>
      <dgm:dir/>
      <dgm:animOne val="branch"/>
      <dgm:animLvl val="lvl"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" ptType="node" func="cnt" op="equ" val="1">
            <dgm:alg type="composite">
              <dgm:param type="ar" val="0.4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ChildAccent1" refType="w" fact="0"/>
              <dgm:constr type="t" for="ch" forName="ChildAccent1" refType="h" fact="0.1429"/>
              <dgm:constr type="w" for="ch" forName="ChildAccent1" refType="w"/>
              <dgm:constr type="h" for="ch" forName="ChildAccent1" refType="h" fact="0.8571"/>
              <dgm:constr type="l" for="ch" forName="Child1" refType="w" fact="0.127"/>
              <dgm:constr type="t" for="ch" forName="Child1" refType="h" fact="0.1429"/>
              <dgm:constr type="w" for="ch" forName="Child1" refType="w" fact="0.873"/>
              <dgm:constr type="h" for="ch" forName="Child1" refType="h" fact="0.8571"/>
              <dgm:constr type="l" for="ch" forName="Parent1" refType="w" fact="0"/>
              <dgm:constr type="t" for="ch" forName="Parent1" refType="h" fact="0"/>
              <dgm:constr type="w" for="ch" forName="Parent1" refType="w"/>
              <dgm:constr type="h" for="ch" forName="Parent1" refType="h" fact="0.1429"/>
            </dgm:constrLst>
          </dgm:if>
          <dgm:if name="Name5" axis="ch" ptType="node" func="cnt" op="equ" val="2">
            <dgm:alg type="composite">
              <dgm:param type="ar" val="0.812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ChildAccent1" refType="w" fact="0"/>
              <dgm:constr type="t" for="ch" forName="ChildAccent1" refType="h" fact="0.1613"/>
              <dgm:constr type="w" for="ch" forName="ChildAccent1" refType="w" fact="0.5"/>
              <dgm:constr type="h" for="ch" forName="ChildAccent1" refType="h" fact="0.7742"/>
              <dgm:constr type="l" for="ch" forName="Child1" refType="w" fact="0.0635"/>
              <dgm:constr type="t" for="ch" forName="Child1" refType="h" fact="0.1613"/>
              <dgm:constr type="w" for="ch" forName="Child1" refType="w" fact="0.4365"/>
              <dgm:constr type="h" for="ch" forName="Child1" refType="h" fact="0.7742"/>
              <dgm:constr type="l" for="ch" forName="Parent1" refType="w" fact="0"/>
              <dgm:constr type="t" for="ch" forName="Parent1" refType="h" fact="0.0323"/>
              <dgm:constr type="w" for="ch" forName="Parent1" refType="w" fact="0.5"/>
              <dgm:constr type="h" for="ch" forName="Parent1" refType="h" fact="0.129"/>
              <dgm:constr type="l" for="ch" forName="ChildAccent2" refType="w" fact="0.5"/>
              <dgm:constr type="t" for="ch" forName="ChildAccent2" refType="h" fact="0.1613"/>
              <dgm:constr type="w" for="ch" forName="ChildAccent2" refType="w" fact="0.5"/>
              <dgm:constr type="h" for="ch" forName="ChildAccent2" refType="h" fact="0.8387"/>
              <dgm:constr type="l" for="ch" forName="Child2" refType="w" fact="0.5635"/>
              <dgm:constr type="t" for="ch" forName="Child2" refType="h" fact="0.1613"/>
              <dgm:constr type="w" for="ch" forName="Child2" refType="w" fact="0.4365"/>
              <dgm:constr type="h" for="ch" forName="Child2" refType="h" fact="0.8387"/>
              <dgm:constr type="l" for="ch" forName="Parent2" refType="w" fact="0.5"/>
              <dgm:constr type="t" for="ch" forName="Parent2" refType="h" fact="0"/>
              <dgm:constr type="w" for="ch" forName="Parent2" refType="w" fact="0.5"/>
              <dgm:constr type="h" for="ch" forName="Parent2" refType="h" fact="0.1613"/>
            </dgm:constrLst>
          </dgm:if>
          <dgm:if name="Name6" axis="ch" ptType="node" func="cnt" op="equ" val="3">
            <dgm:alg type="composite">
              <dgm:param type="ar" val="1.112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ChildAccent1" refType="w" fact="0"/>
              <dgm:constr type="t" for="ch" forName="ChildAccent1" refType="h" fact="0.1757"/>
              <dgm:constr type="w" for="ch" forName="ChildAccent1" refType="w" fact="0.3333"/>
              <dgm:constr type="h" for="ch" forName="ChildAccent1" refType="h" fact="0.7066"/>
              <dgm:constr type="l" for="ch" forName="Child1" refType="w" fact="0.0423"/>
              <dgm:constr type="t" for="ch" forName="Child1" refType="h" fact="0.1757"/>
              <dgm:constr type="w" for="ch" forName="Child1" refType="w" fact="0.291"/>
              <dgm:constr type="h" for="ch" forName="Child1" refType="h" fact="0.7066"/>
              <dgm:constr type="l" for="ch" forName="Parent1" refType="w" fact="0"/>
              <dgm:constr type="t" for="ch" forName="Parent1" refType="h" fact="0.0579"/>
              <dgm:constr type="w" for="ch" forName="Parent1" refType="w" fact="0.3333"/>
              <dgm:constr type="h" for="ch" forName="Parent1" refType="h" fact="0.1178"/>
              <dgm:constr type="l" for="ch" forName="ChildAccent2" refType="w" fact="0.3333"/>
              <dgm:constr type="t" for="ch" forName="ChildAccent2" refType="h" fact="0.1757"/>
              <dgm:constr type="w" for="ch" forName="ChildAccent2" refType="w" fact="0.3333"/>
              <dgm:constr type="h" for="ch" forName="ChildAccent2" refType="h" fact="0.7655"/>
              <dgm:constr type="l" for="ch" forName="Child2" refType="w" fact="0.3756"/>
              <dgm:constr type="t" for="ch" forName="Child2" refType="h" fact="0.1757"/>
              <dgm:constr type="w" for="ch" forName="Child2" refType="w" fact="0.291"/>
              <dgm:constr type="h" for="ch" forName="Child2" refType="h" fact="0.7655"/>
              <dgm:constr type="l" for="ch" forName="Parent2" refType="w" fact="0.3333"/>
              <dgm:constr type="t" for="ch" forName="Parent2" refType="h" fact="0.0285"/>
              <dgm:constr type="w" for="ch" forName="Parent2" refType="w" fact="0.3333"/>
              <dgm:constr type="h" for="ch" forName="Parent2" refType="h" fact="0.1472"/>
              <dgm:constr type="l" for="ch" forName="ChildAccent3" refType="w" fact="0.6667"/>
              <dgm:constr type="t" for="ch" forName="ChildAccent3" refType="h" fact="0.1757"/>
              <dgm:constr type="w" for="ch" forName="ChildAccent3" refType="w" fact="0.3333"/>
              <dgm:constr type="h" for="ch" forName="ChildAccent3" refType="h" fact="0.8243"/>
              <dgm:constr type="l" for="ch" forName="Child3" refType="w" fact="0.709"/>
              <dgm:constr type="t" for="ch" forName="Child3" refType="h" fact="0.1757"/>
              <dgm:constr type="w" for="ch" forName="Child3" refType="w" fact="0.291"/>
              <dgm:constr type="h" for="ch" forName="Child3" refType="h" fact="0.8243"/>
              <dgm:constr type="l" for="ch" forName="Parent3" refType="w" fact="0.6667"/>
              <dgm:constr type="t" for="ch" forName="Parent3" refType="h" fact="0"/>
              <dgm:constr type="w" for="ch" forName="Parent3" refType="w" fact="0.3333"/>
              <dgm:constr type="h" for="ch" forName="Parent3" refType="h" fact="0.176"/>
            </dgm:constrLst>
          </dgm:if>
          <dgm:if name="Name7" axis="ch" ptType="node" func="cnt" op="equ" val="4">
            <dgm:alg type="composite">
              <dgm:param type="ar" val="1.3622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ChildAccent1" refType="w" fact="0"/>
              <dgm:constr type="t" for="ch" forName="ChildAccent1" refType="h" fact="0.1892"/>
              <dgm:constr type="w" for="ch" forName="ChildAccent1" refType="w" fact="0.25"/>
              <dgm:constr type="h" for="ch" forName="ChildAccent1" refType="h" fact="0.6486"/>
              <dgm:constr type="l" for="ch" forName="Child1" refType="w" fact="0.0317"/>
              <dgm:constr type="t" for="ch" forName="Child1" refType="h" fact="0.1892"/>
              <dgm:constr type="w" for="ch" forName="Child1" refType="w" fact="0.2183"/>
              <dgm:constr type="h" for="ch" forName="Child1" refType="h" fact="0.6486"/>
              <dgm:constr type="l" for="ch" forName="Parent1" refType="w" fact="0"/>
              <dgm:constr type="t" for="ch" forName="Parent1" refType="h" fact="0.0811"/>
              <dgm:constr type="w" for="ch" forName="Parent1" refType="w" fact="0.25"/>
              <dgm:constr type="h" for="ch" forName="Parent1" refType="h" fact="0.1081"/>
              <dgm:constr type="l" for="ch" forName="ChildAccent2" refType="w" fact="0.25"/>
              <dgm:constr type="t" for="ch" forName="ChildAccent2" refType="h" fact="0.1892"/>
              <dgm:constr type="w" for="ch" forName="ChildAccent2" refType="w" fact="0.25"/>
              <dgm:constr type="h" for="ch" forName="ChildAccent2" refType="h" fact="0.7027"/>
              <dgm:constr type="l" for="ch" forName="Child2" refType="w" fact="0.2817"/>
              <dgm:constr type="t" for="ch" forName="Child2" refType="h" fact="0.1892"/>
              <dgm:constr type="w" for="ch" forName="Child2" refType="w" fact="0.2183"/>
              <dgm:constr type="h" for="ch" forName="Child2" refType="h" fact="0.7027"/>
              <dgm:constr type="l" for="ch" forName="Parent2" refType="w" fact="0.25"/>
              <dgm:constr type="t" for="ch" forName="Parent2" refType="h" fact="0.0541"/>
              <dgm:constr type="w" for="ch" forName="Parent2" refType="w" fact="0.25"/>
              <dgm:constr type="h" for="ch" forName="Parent2" refType="h" fact="0.1351"/>
              <dgm:constr type="l" for="ch" forName="ChildAccent3" refType="w" fact="0.5"/>
              <dgm:constr type="t" for="ch" forName="ChildAccent3" refType="h" fact="0.1892"/>
              <dgm:constr type="w" for="ch" forName="ChildAccent3" refType="w" fact="0.25"/>
              <dgm:constr type="h" for="ch" forName="ChildAccent3" refType="h" fact="0.7568"/>
              <dgm:constr type="l" for="ch" forName="Child3" refType="w" fact="0.5317"/>
              <dgm:constr type="t" for="ch" forName="Child3" refType="h" fact="0.1892"/>
              <dgm:constr type="w" for="ch" forName="Child3" refType="w" fact="0.2183"/>
              <dgm:constr type="h" for="ch" forName="Child3" refType="h" fact="0.7568"/>
              <dgm:constr type="l" for="ch" forName="Parent3" refType="w" fact="0.5"/>
              <dgm:constr type="t" for="ch" forName="Parent3" refType="h" fact="0.0275"/>
              <dgm:constr type="w" for="ch" forName="Parent3" refType="w" fact="0.25"/>
              <dgm:constr type="h" for="ch" forName="Parent3" refType="h" fact="0.1622"/>
              <dgm:constr type="l" for="ch" forName="ChildAccent4" refType="w" fact="0.75"/>
              <dgm:constr type="t" for="ch" forName="ChildAccent4" refType="h" fact="0.1892"/>
              <dgm:constr type="w" for="ch" forName="ChildAccent4" refType="w" fact="0.25"/>
              <dgm:constr type="h" for="ch" forName="ChildAccent4" refType="h" fact="0.8108"/>
              <dgm:constr type="l" for="ch" forName="Child4" refType="w" fact="0.7817"/>
              <dgm:constr type="t" for="ch" forName="Child4" refType="h" fact="0.1892"/>
              <dgm:constr type="w" for="ch" forName="Child4" refType="w" fact="0.2183"/>
              <dgm:constr type="h" for="ch" forName="Child4" refType="h" fact="0.8108"/>
              <dgm:constr type="l" for="ch" forName="Parent4" refType="w" fact="0.75"/>
              <dgm:constr type="t" for="ch" forName="Parent4" refType="h" fact="0"/>
              <dgm:constr type="w" for="ch" forName="Parent4" refType="w" fact="0.25"/>
              <dgm:constr type="h" for="ch" forName="Parent4" refType="h" fact="0.1892"/>
            </dgm:constrLst>
          </dgm:if>
          <dgm:if name="Name8" axis="ch" ptType="node" func="cnt" op="equ" val="5">
            <dgm:alg type="composite">
              <dgm:param type="ar" val="1.5742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ChildAccent1" refType="w" fact="0"/>
              <dgm:constr type="t" for="ch" forName="ChildAccent1" refType="h" fact="0.2"/>
              <dgm:constr type="w" for="ch" forName="ChildAccent1" refType="w" fact="0.2001"/>
              <dgm:constr type="h" for="ch" forName="ChildAccent1" refType="h" fact="0.6"/>
              <dgm:constr type="l" for="ch" forName="Child1" refType="w" fact="0.0254"/>
              <dgm:constr type="t" for="ch" forName="Child1" refType="h" fact="0.2"/>
              <dgm:constr type="w" for="ch" forName="Child1" refType="w" fact="0.1747"/>
              <dgm:constr type="h" for="ch" forName="Child1" refType="h" fact="0.6"/>
              <dgm:constr type="l" for="ch" forName="Parent1" refType="w" fact="0"/>
              <dgm:constr type="t" for="ch" forName="Parent1" refType="h" fact="0.1"/>
              <dgm:constr type="w" for="ch" forName="Parent1" refType="w" fact="0.2001"/>
              <dgm:constr type="h" for="ch" forName="Parent1" refType="h" fact="0.1"/>
              <dgm:constr type="l" for="ch" forName="ChildAccent2" refType="w" fact="0.2001"/>
              <dgm:constr type="t" for="ch" forName="ChildAccent2" refType="h" fact="0.2"/>
              <dgm:constr type="w" for="ch" forName="ChildAccent2" refType="w" fact="0.2001"/>
              <dgm:constr type="h" for="ch" forName="ChildAccent2" refType="h" fact="0.65"/>
              <dgm:constr type="l" for="ch" forName="Child2" refType="w" fact="0.2255"/>
              <dgm:constr type="t" for="ch" forName="Child2" refType="h" fact="0.2"/>
              <dgm:constr type="w" for="ch" forName="Child2" refType="w" fact="0.1747"/>
              <dgm:constr type="h" for="ch" forName="Child2" refType="h" fact="0.65"/>
              <dgm:constr type="l" for="ch" forName="Parent2" refType="w" fact="0.2001"/>
              <dgm:constr type="t" for="ch" forName="Parent2" refType="h" fact="0.075"/>
              <dgm:constr type="w" for="ch" forName="Parent2" refType="w" fact="0.2001"/>
              <dgm:constr type="h" for="ch" forName="Parent2" refType="h" fact="0.125"/>
              <dgm:constr type="l" for="ch" forName="ChildAccent3" refType="w" fact="0.4002"/>
              <dgm:constr type="t" for="ch" forName="ChildAccent3" refType="h" fact="0.2"/>
              <dgm:constr type="w" for="ch" forName="ChildAccent3" refType="w" fact="0.2001"/>
              <dgm:constr type="h" for="ch" forName="ChildAccent3" refType="h" fact="0.7"/>
              <dgm:constr type="l" for="ch" forName="Child3" refType="w" fact="0.4256"/>
              <dgm:constr type="t" for="ch" forName="Child3" refType="h" fact="0.2"/>
              <dgm:constr type="w" for="ch" forName="Child3" refType="w" fact="0.1747"/>
              <dgm:constr type="h" for="ch" forName="Child3" refType="h" fact="0.7"/>
              <dgm:constr type="l" for="ch" forName="Parent3" refType="w" fact="0.4002"/>
              <dgm:constr type="t" for="ch" forName="Parent3" refType="h" fact="0.0508"/>
              <dgm:constr type="w" for="ch" forName="Parent3" refType="w" fact="0.2001"/>
              <dgm:constr type="h" for="ch" forName="Parent3" refType="h" fact="0.15"/>
              <dgm:constr type="l" for="ch" forName="ChildAccent4" refType="w" fact="0.6003"/>
              <dgm:constr type="t" for="ch" forName="ChildAccent4" refType="h" fact="0.2"/>
              <dgm:constr type="w" for="ch" forName="ChildAccent4" refType="w" fact="0.2001"/>
              <dgm:constr type="h" for="ch" forName="ChildAccent4" refType="h" fact="0.75"/>
              <dgm:constr type="l" for="ch" forName="Child4" refType="w" fact="0.6257"/>
              <dgm:constr type="t" for="ch" forName="Child4" refType="h" fact="0.2"/>
              <dgm:constr type="w" for="ch" forName="Child4" refType="w" fact="0.1747"/>
              <dgm:constr type="h" for="ch" forName="Child4" refType="h" fact="0.75"/>
              <dgm:constr type="l" for="ch" forName="Parent4" refType="w" fact="0.6003"/>
              <dgm:constr type="t" for="ch" forName="Parent4" refType="h" fact="0.025"/>
              <dgm:constr type="w" for="ch" forName="Parent4" refType="w" fact="0.2001"/>
              <dgm:constr type="h" for="ch" forName="Parent4" refType="h" fact="0.175"/>
              <dgm:constr type="l" for="ch" forName="ChildAccent5" refType="w" fact="0.7999"/>
              <dgm:constr type="t" for="ch" forName="ChildAccent5" refType="h" fact="0.2"/>
              <dgm:constr type="w" for="ch" forName="ChildAccent5" refType="w" fact="0.2001"/>
              <dgm:constr type="h" for="ch" forName="ChildAccent5" refType="h" fact="0.8"/>
              <dgm:constr type="l" for="ch" forName="Child5" refType="w" fact="0.8253"/>
              <dgm:constr type="t" for="ch" forName="Child5" refType="h" fact="0.2"/>
              <dgm:constr type="w" for="ch" forName="Child5" refType="w" fact="0.1747"/>
              <dgm:constr type="h" for="ch" forName="Child5" refType="h" fact="0.8"/>
              <dgm:constr type="l" for="ch" forName="Parent5" refType="w" fact="0.7999"/>
              <dgm:constr type="t" for="ch" forName="Parent5" refType="h" fact="0"/>
              <dgm:constr type="w" for="ch" forName="Parent5" refType="w" fact="0.2001"/>
              <dgm:constr type="h" for="ch" forName="Parent5" refType="h" fact="0.2"/>
            </dgm:constrLst>
          </dgm:if>
          <dgm:if name="Name9" axis="ch" ptType="node" func="cnt" op="equ" val="6">
            <dgm:alg type="composite">
              <dgm:param type="ar" val="1.756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ChildAccent1" refType="w" fact="0"/>
              <dgm:constr type="t" for="ch" forName="ChildAccent1" refType="h" fact="0.2087"/>
              <dgm:constr type="w" for="ch" forName="ChildAccent1" refType="w" fact="0.167"/>
              <dgm:constr type="h" for="ch" forName="ChildAccent1" refType="h" fact="0.5586"/>
              <dgm:constr type="l" for="ch" forName="Child1" refType="w" fact="0.0212"/>
              <dgm:constr type="t" for="ch" forName="Child1" refType="h" fact="0.2087"/>
              <dgm:constr type="w" for="ch" forName="Child1" refType="w" fact="0.1458"/>
              <dgm:constr type="h" for="ch" forName="Child1" refType="h" fact="0.5586"/>
              <dgm:constr type="l" for="ch" forName="Parent1" refType="w" fact="0"/>
              <dgm:constr type="t" for="ch" forName="Parent1" refType="h" fact="0.1156"/>
              <dgm:constr type="w" for="ch" forName="Parent1" refType="w" fact="0.167"/>
              <dgm:constr type="h" for="ch" forName="Parent1" refType="h" fact="0.0931"/>
              <dgm:constr type="l" for="ch" forName="ChildAccent2" refType="w" fact="0.167"/>
              <dgm:constr type="t" for="ch" forName="ChildAccent2" refType="h" fact="0.2087"/>
              <dgm:constr type="w" for="ch" forName="ChildAccent2" refType="w" fact="0.167"/>
              <dgm:constr type="h" for="ch" forName="ChildAccent2" refType="h" fact="0.6051"/>
              <dgm:constr type="l" for="ch" forName="Child2" refType="w" fact="0.1888"/>
              <dgm:constr type="t" for="ch" forName="Child2" refType="h" fact="0.2087"/>
              <dgm:constr type="w" for="ch" forName="Child2" refType="w" fact="0.1458"/>
              <dgm:constr type="h" for="ch" forName="Child2" refType="h" fact="0.6051"/>
              <dgm:constr type="l" for="ch" forName="Parent2" refType="w" fact="0.167"/>
              <dgm:constr type="t" for="ch" forName="Parent2" refType="h" fact="0.0923"/>
              <dgm:constr type="w" for="ch" forName="Parent2" refType="w" fact="0.167"/>
              <dgm:constr type="h" for="ch" forName="Parent2" refType="h" fact="0.1164"/>
              <dgm:constr type="l" for="ch" forName="ChildAccent3" refType="w" fact="0.3339"/>
              <dgm:constr type="t" for="ch" forName="ChildAccent3" refType="h" fact="0.2087"/>
              <dgm:constr type="w" for="ch" forName="ChildAccent3" refType="w" fact="0.167"/>
              <dgm:constr type="h" for="ch" forName="ChildAccent3" refType="h" fact="0.6517"/>
              <dgm:constr type="l" for="ch" forName="Child3" refType="w" fact="0.3551"/>
              <dgm:constr type="t" for="ch" forName="Child3" refType="h" fact="0.2087"/>
              <dgm:constr type="w" for="ch" forName="Child3" refType="w" fact="0.1458"/>
              <dgm:constr type="h" for="ch" forName="Child3" refType="h" fact="0.6517"/>
              <dgm:constr type="l" for="ch" forName="Parent3" refType="w" fact="0.3339"/>
              <dgm:constr type="t" for="ch" forName="Parent3" refType="h" fact="0.0698"/>
              <dgm:constr type="w" for="ch" forName="Parent3" refType="w" fact="0.167"/>
              <dgm:constr type="h" for="ch" forName="Parent3" refType="h" fact="0.1396"/>
              <dgm:constr type="l" for="ch" forName="ChildAccent4" refType="w" fact="0.5009"/>
              <dgm:constr type="t" for="ch" forName="ChildAccent4" refType="h" fact="0.2087"/>
              <dgm:constr type="w" for="ch" forName="ChildAccent4" refType="w" fact="0.167"/>
              <dgm:constr type="h" for="ch" forName="ChildAccent4" refType="h" fact="0.6982"/>
              <dgm:constr type="l" for="ch" forName="Child4" refType="w" fact="0.5221"/>
              <dgm:constr type="t" for="ch" forName="Child4" refType="h" fact="0.2087"/>
              <dgm:constr type="w" for="ch" forName="Child4" refType="w" fact="0.1458"/>
              <dgm:constr type="h" for="ch" forName="Child4" refType="h" fact="0.6982"/>
              <dgm:constr type="l" for="ch" forName="Parent4" refType="w" fact="0.501"/>
              <dgm:constr type="t" for="ch" forName="Parent4" refType="h" fact="0.0458"/>
              <dgm:constr type="w" for="ch" forName="Parent4" refType="w" fact="0.167"/>
              <dgm:constr type="h" for="ch" forName="Parent4" refType="h" fact="0.1629"/>
              <dgm:constr type="l" for="ch" forName="ChildAccent5" refType="w" fact="0.6674"/>
              <dgm:constr type="t" for="ch" forName="ChildAccent5" refType="h" fact="0.2087"/>
              <dgm:constr type="w" for="ch" forName="ChildAccent5" refType="w" fact="0.167"/>
              <dgm:constr type="h" for="ch" forName="ChildAccent5" refType="h" fact="0.7448"/>
              <dgm:constr type="l" for="ch" forName="Child5" refType="w" fact="0.6886"/>
              <dgm:constr type="t" for="ch" forName="Child5" refType="h" fact="0.2087"/>
              <dgm:constr type="w" for="ch" forName="Child5" refType="w" fact="0.1458"/>
              <dgm:constr type="h" for="ch" forName="Child5" refType="h" fact="0.7448"/>
              <dgm:constr type="l" for="ch" forName="Parent5" refType="w" fact="0.668"/>
              <dgm:constr type="t" for="ch" forName="Parent5" refType="h" fact="0.0225"/>
              <dgm:constr type="w" for="ch" forName="Parent5" refType="w" fact="0.167"/>
              <dgm:constr type="h" for="ch" forName="Parent5" refType="h" fact="0.1862"/>
              <dgm:constr type="l" for="ch" forName="ChildAccent6" refType="w" fact="0.833"/>
              <dgm:constr type="t" for="ch" forName="ChildAccent6" refType="h" fact="0.2087"/>
              <dgm:constr type="w" for="ch" forName="ChildAccent6" refType="w" fact="0.167"/>
              <dgm:constr type="h" for="ch" forName="ChildAccent6" refType="h" fact="0.7913"/>
              <dgm:constr type="l" for="ch" forName="Child6" refType="w" fact="0.8542"/>
              <dgm:constr type="t" for="ch" forName="Child6" refType="h" fact="0.2087"/>
              <dgm:constr type="w" for="ch" forName="Child6" refType="w" fact="0.1458"/>
              <dgm:constr type="h" for="ch" forName="Child6" refType="h" fact="0.7913"/>
              <dgm:constr type="l" for="ch" forName="Parent6" refType="w" fact="0.835"/>
              <dgm:constr type="t" for="ch" forName="Parent6" refType="h" fact="0"/>
              <dgm:constr type="w" for="ch" forName="Parent6" refType="w" fact="0.165"/>
              <dgm:constr type="h" for="ch" forName="Parent6" refType="h" fact="0.2095"/>
            </dgm:constrLst>
          </dgm:if>
          <dgm:else name="Name10">
            <dgm:alg type="composite">
              <dgm:param type="ar" val="1.91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ChildAccent1" refType="w" fact="0"/>
              <dgm:constr type="t" for="ch" forName="ChildAccent1" refType="h" fact="0.2168"/>
              <dgm:constr type="w" for="ch" forName="ChildAccent1" refType="w" fact="0.1432"/>
              <dgm:constr type="h" for="ch" forName="ChildAccent1" refType="h" fact="0.5221"/>
              <dgm:constr type="l" for="ch" forName="Child1" refType="w" fact="0.0182"/>
              <dgm:constr type="t" for="ch" forName="Child1" refType="h" fact="0.2168"/>
              <dgm:constr type="w" for="ch" forName="Child1" refType="w" fact="0.125"/>
              <dgm:constr type="h" for="ch" forName="Child1" refType="h" fact="0.5221"/>
              <dgm:constr type="l" for="ch" forName="Parent1" refType="w" fact="0"/>
              <dgm:constr type="t" for="ch" forName="Parent1" refType="h" fact="0.1298"/>
              <dgm:constr type="w" for="ch" forName="Parent1" refType="w" fact="0.1432"/>
              <dgm:constr type="h" for="ch" forName="Parent1" refType="h" fact="0.087"/>
              <dgm:constr type="l" for="ch" forName="ChildAccent2" refType="w" fact="0.1432"/>
              <dgm:constr type="t" for="ch" forName="ChildAccent2" refType="h" fact="0.2168"/>
              <dgm:constr type="w" for="ch" forName="ChildAccent2" refType="w" fact="0.1432"/>
              <dgm:constr type="h" for="ch" forName="ChildAccent2" refType="h" fact="0.5656"/>
              <dgm:constr type="l" for="ch" forName="Child2" refType="w" fact="0.1614"/>
              <dgm:constr type="t" for="ch" forName="Child2" refType="h" fact="0.2168"/>
              <dgm:constr type="w" for="ch" forName="Child2" refType="w" fact="0.125"/>
              <dgm:constr type="h" for="ch" forName="Child2" refType="h" fact="0.5656"/>
              <dgm:constr type="l" for="ch" forName="Parent2" refType="w" fact="0.1432"/>
              <dgm:constr type="t" for="ch" forName="Parent2" refType="h" fact="0.108"/>
              <dgm:constr type="w" for="ch" forName="Parent2" refType="w" fact="0.1432"/>
              <dgm:constr type="h" for="ch" forName="Parent2" refType="h" fact="0.1088"/>
              <dgm:constr type="l" for="ch" forName="ChildAccent3" refType="w" fact="0.2865"/>
              <dgm:constr type="t" for="ch" forName="ChildAccent3" refType="h" fact="0.2168"/>
              <dgm:constr type="w" for="ch" forName="ChildAccent3" refType="w" fact="0.1432"/>
              <dgm:constr type="h" for="ch" forName="ChildAccent3" refType="h" fact="0.6091"/>
              <dgm:constr type="l" for="ch" forName="Child3" refType="w" fact="0.3047"/>
              <dgm:constr type="t" for="ch" forName="Child3" refType="h" fact="0.2168"/>
              <dgm:constr type="w" for="ch" forName="Child3" refType="w" fact="0.125"/>
              <dgm:constr type="h" for="ch" forName="Child3" refType="h" fact="0.6091"/>
              <dgm:constr type="l" for="ch" forName="Parent3" refType="w" fact="0.2865"/>
              <dgm:constr type="t" for="ch" forName="Parent3" refType="h" fact="0.087"/>
              <dgm:constr type="w" for="ch" forName="Parent3" refType="w" fact="0.1432"/>
              <dgm:constr type="h" for="ch" forName="Parent3" refType="h" fact="0.1305"/>
              <dgm:constr type="l" for="ch" forName="ChildAccent4" refType="w" fact="0.4297"/>
              <dgm:constr type="t" for="ch" forName="ChildAccent4" refType="h" fact="0.2168"/>
              <dgm:constr type="w" for="ch" forName="ChildAccent4" refType="w" fact="0.1432"/>
              <dgm:constr type="h" for="ch" forName="ChildAccent4" refType="h" fact="0.6526"/>
              <dgm:constr type="l" for="ch" forName="Child4" refType="w" fact="0.4479"/>
              <dgm:constr type="t" for="ch" forName="Child4" refType="h" fact="0.2168"/>
              <dgm:constr type="w" for="ch" forName="Child4" refType="w" fact="0.125"/>
              <dgm:constr type="h" for="ch" forName="Child4" refType="h" fact="0.6526"/>
              <dgm:constr type="l" for="ch" forName="Parent4" refType="w" fact="0.4297"/>
              <dgm:constr type="t" for="ch" forName="Parent4" refType="h" fact="0.0645"/>
              <dgm:constr type="w" for="ch" forName="Parent4" refType="w" fact="0.1432"/>
              <dgm:constr type="h" for="ch" forName="Parent4" refType="h" fact="0.1523"/>
              <dgm:constr type="l" for="ch" forName="ChildAccent5" refType="w" fact="0.5726"/>
              <dgm:constr type="t" for="ch" forName="ChildAccent5" refType="h" fact="0.2168"/>
              <dgm:constr type="w" for="ch" forName="ChildAccent5" refType="w" fact="0.1432"/>
              <dgm:constr type="h" for="ch" forName="ChildAccent5" refType="h" fact="0.6962"/>
              <dgm:constr type="l" for="ch" forName="Child5" refType="w" fact="0.5908"/>
              <dgm:constr type="t" for="ch" forName="Child5" refType="h" fact="0.2168"/>
              <dgm:constr type="w" for="ch" forName="Child5" refType="w" fact="0.125"/>
              <dgm:constr type="h" for="ch" forName="Child5" refType="h" fact="0.6962"/>
              <dgm:constr type="l" for="ch" forName="Parent5" refType="w" fact="0.5726"/>
              <dgm:constr type="t" for="ch" forName="Parent5" refType="h" fact="0.0428"/>
              <dgm:constr type="w" for="ch" forName="Parent5" refType="w" fact="0.1432"/>
              <dgm:constr type="h" for="ch" forName="Parent5" refType="h" fact="0.174"/>
              <dgm:constr type="l" for="ch" forName="ChildAccent6" refType="w" fact="0.7147"/>
              <dgm:constr type="t" for="ch" forName="ChildAccent6" refType="h" fact="0.2168"/>
              <dgm:constr type="w" for="ch" forName="ChildAccent6" refType="w" fact="0.1432"/>
              <dgm:constr type="h" for="ch" forName="ChildAccent6" refType="h" fact="0.7397"/>
              <dgm:constr type="l" for="ch" forName="Child6" refType="w" fact="0.7329"/>
              <dgm:constr type="t" for="ch" forName="Child6" refType="h" fact="0.2168"/>
              <dgm:constr type="w" for="ch" forName="Child6" refType="w" fact="0.125"/>
              <dgm:constr type="h" for="ch" forName="Child6" refType="h" fact="0.7397"/>
              <dgm:constr type="l" for="ch" forName="Parent6" refType="w" fact="0.716"/>
              <dgm:constr type="t" for="ch" forName="Parent6" refType="h" fact="0.0217"/>
              <dgm:constr type="w" for="ch" forName="Parent6" refType="w" fact="0.1424"/>
              <dgm:constr type="h" for="ch" forName="Parent6" refType="h" fact="0.1958"/>
              <dgm:constr type="l" for="ch" forName="ChildAccent7" refType="w" fact="0.8568"/>
              <dgm:constr type="t" for="ch" forName="ChildAccent7" refType="h" fact="0.2168"/>
              <dgm:constr type="w" for="ch" forName="ChildAccent7" refType="w" fact="0.1432"/>
              <dgm:constr type="h" for="ch" forName="ChildAccent7" refType="h" fact="0.7832"/>
              <dgm:constr type="l" for="ch" forName="Child7" refType="w" fact="0.875"/>
              <dgm:constr type="t" for="ch" forName="Child7" refType="h" fact="0.2168"/>
              <dgm:constr type="w" for="ch" forName="Child7" refType="w" fact="0.125"/>
              <dgm:constr type="h" for="ch" forName="Child7" refType="h" fact="0.7832"/>
              <dgm:constr type="l" for="ch" forName="Parent7" refType="w" fact="0.8577"/>
              <dgm:constr type="t" for="ch" forName="Parent7" refType="h" fact="0"/>
              <dgm:constr type="w" for="ch" forName="Parent7" refType="w" fact="0.1423"/>
              <dgm:constr type="h" for="ch" forName="Parent7" refType="h" fact="0.2175"/>
            </dgm:constrLst>
          </dgm:else>
        </dgm:choose>
      </dgm:if>
      <dgm:else name="Name11">
        <dgm:choose name="Name12">
          <dgm:if name="Name13" axis="ch" ptType="node" func="cnt" op="equ" val="1">
            <dgm:alg type="composite">
              <dgm:param type="ar" val="0.4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ChildAccent1" refType="w" fact="0"/>
              <dgm:constr type="t" for="ch" forName="ChildAccent1" refType="h" fact="0.1429"/>
              <dgm:constr type="w" for="ch" forName="ChildAccent1" refType="w"/>
              <dgm:constr type="h" for="ch" forName="ChildAccent1" refType="h" fact="0.8571"/>
              <dgm:constr type="l" for="ch" forName="Child1" refType="w" fact="0"/>
              <dgm:constr type="t" for="ch" forName="Child1" refType="h" fact="0.1429"/>
              <dgm:constr type="w" for="ch" forName="Child1" refType="w" fact="0.873"/>
              <dgm:constr type="h" for="ch" forName="Child1" refType="h" fact="0.8571"/>
              <dgm:constr type="l" for="ch" forName="Parent1" refType="w" fact="0"/>
              <dgm:constr type="t" for="ch" forName="Parent1" refType="h" fact="0"/>
              <dgm:constr type="w" for="ch" forName="Parent1" refType="w"/>
              <dgm:constr type="h" for="ch" forName="Parent1" refType="h" fact="0.1429"/>
            </dgm:constrLst>
          </dgm:if>
          <dgm:if name="Name14" axis="ch" ptType="node" func="cnt" op="equ" val="2">
            <dgm:alg type="composite">
              <dgm:param type="ar" val="0.812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Child2" refType="w" fact="0"/>
              <dgm:constr type="t" for="ch" forName="Child2" refType="h" fact="0.1613"/>
              <dgm:constr type="w" for="ch" forName="Child2" refType="w" fact="0.4365"/>
              <dgm:constr type="h" for="ch" forName="Child2" refType="h" fact="0.8387"/>
              <dgm:constr type="l" for="ch" forName="Child1" refType="w" fact="0.5"/>
              <dgm:constr type="t" for="ch" forName="Child1" refType="h" fact="0.1613"/>
              <dgm:constr type="w" for="ch" forName="Child1" refType="w" fact="0.4365"/>
              <dgm:constr type="h" for="ch" forName="Child1" refType="h" fact="0.7742"/>
              <dgm:constr type="l" for="ch" forName="ChildAccent1" refType="w" fact="0.5"/>
              <dgm:constr type="t" for="ch" forName="ChildAccent1" refType="h" fact="0.1613"/>
              <dgm:constr type="w" for="ch" forName="ChildAccent1" refType="w" fact="0.5"/>
              <dgm:constr type="h" for="ch" forName="ChildAccent1" refType="h" fact="0.7742"/>
              <dgm:constr type="l" for="ch" forName="Parent1" refType="w" fact="0.5"/>
              <dgm:constr type="t" for="ch" forName="Parent1" refType="h" fact="0.0323"/>
              <dgm:constr type="w" for="ch" forName="Parent1" refType="w" fact="0.5"/>
              <dgm:constr type="h" for="ch" forName="Parent1" refType="h" fact="0.129"/>
              <dgm:constr type="l" for="ch" forName="ChildAccent2" refType="w" fact="0"/>
              <dgm:constr type="t" for="ch" forName="ChildAccent2" refType="h" fact="0.1613"/>
              <dgm:constr type="w" for="ch" forName="ChildAccent2" refType="w" fact="0.5"/>
              <dgm:constr type="h" for="ch" forName="ChildAccent2" refType="h" fact="0.8387"/>
              <dgm:constr type="l" for="ch" forName="Parent2" refType="w" fact="0"/>
              <dgm:constr type="t" for="ch" forName="Parent2" refType="h" fact="0"/>
              <dgm:constr type="w" for="ch" forName="Parent2" refType="w" fact="0.5"/>
              <dgm:constr type="h" for="ch" forName="Parent2" refType="h" fact="0.1613"/>
            </dgm:constrLst>
          </dgm:if>
          <dgm:if name="Name15" axis="ch" ptType="node" func="cnt" op="equ" val="3">
            <dgm:alg type="composite">
              <dgm:param type="ar" val="1.112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Child3" refType="w" fact="0"/>
              <dgm:constr type="t" for="ch" forName="Child3" refType="h" fact="0.1757"/>
              <dgm:constr type="w" for="ch" forName="Child3" refType="w" fact="0.291"/>
              <dgm:constr type="h" for="ch" forName="Child3" refType="h" fact="0.8243"/>
              <dgm:constr type="l" for="ch" forName="Child2" refType="w" fact="0.3333"/>
              <dgm:constr type="t" for="ch" forName="Child2" refType="h" fact="0.1757"/>
              <dgm:constr type="w" for="ch" forName="Child2" refType="w" fact="0.291"/>
              <dgm:constr type="h" for="ch" forName="Child2" refType="h" fact="0.7655"/>
              <dgm:constr type="l" for="ch" forName="Child1" refType="w" fact="0.6667"/>
              <dgm:constr type="t" for="ch" forName="Child1" refType="h" fact="0.1757"/>
              <dgm:constr type="w" for="ch" forName="Child1" refType="w" fact="0.291"/>
              <dgm:constr type="h" for="ch" forName="Child1" refType="h" fact="0.7066"/>
              <dgm:constr type="l" for="ch" forName="ChildAccent1" refType="w" fact="0.6667"/>
              <dgm:constr type="t" for="ch" forName="ChildAccent1" refType="h" fact="0.1757"/>
              <dgm:constr type="w" for="ch" forName="ChildAccent1" refType="w" fact="0.3333"/>
              <dgm:constr type="h" for="ch" forName="ChildAccent1" refType="h" fact="0.7066"/>
              <dgm:constr type="l" for="ch" forName="Parent1" refType="w" fact="0.6667"/>
              <dgm:constr type="t" for="ch" forName="Parent1" refType="h" fact="0.0579"/>
              <dgm:constr type="w" for="ch" forName="Parent1" refType="w" fact="0.3333"/>
              <dgm:constr type="h" for="ch" forName="Parent1" refType="h" fact="0.1178"/>
              <dgm:constr type="l" for="ch" forName="ChildAccent2" refType="w" fact="0.3333"/>
              <dgm:constr type="t" for="ch" forName="ChildAccent2" refType="h" fact="0.1757"/>
              <dgm:constr type="w" for="ch" forName="ChildAccent2" refType="w" fact="0.3333"/>
              <dgm:constr type="h" for="ch" forName="ChildAccent2" refType="h" fact="0.7655"/>
              <dgm:constr type="l" for="ch" forName="Parent2" refType="w" fact="0.3333"/>
              <dgm:constr type="t" for="ch" forName="Parent2" refType="h" fact="0.0285"/>
              <dgm:constr type="w" for="ch" forName="Parent2" refType="w" fact="0.3333"/>
              <dgm:constr type="h" for="ch" forName="Parent2" refType="h" fact="0.1472"/>
              <dgm:constr type="l" for="ch" forName="ChildAccent3" refType="w" fact="0"/>
              <dgm:constr type="t" for="ch" forName="ChildAccent3" refType="h" fact="0.1757"/>
              <dgm:constr type="w" for="ch" forName="ChildAccent3" refType="w" fact="0.3333"/>
              <dgm:constr type="h" for="ch" forName="ChildAccent3" refType="h" fact="0.8243"/>
              <dgm:constr type="l" for="ch" forName="Parent3" refType="w" fact="0"/>
              <dgm:constr type="t" for="ch" forName="Parent3" refType="h" fact="0"/>
              <dgm:constr type="w" for="ch" forName="Parent3" refType="w" fact="0.3333"/>
              <dgm:constr type="h" for="ch" forName="Parent3" refType="h" fact="0.176"/>
            </dgm:constrLst>
          </dgm:if>
          <dgm:if name="Name16" axis="ch" ptType="node" func="cnt" op="equ" val="4">
            <dgm:alg type="composite">
              <dgm:param type="ar" val="1.3622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Child4" refType="w" fact="0"/>
              <dgm:constr type="t" for="ch" forName="Child4" refType="h" fact="0.1892"/>
              <dgm:constr type="w" for="ch" forName="Child4" refType="w" fact="0.2183"/>
              <dgm:constr type="h" for="ch" forName="Child4" refType="h" fact="0.8108"/>
              <dgm:constr type="l" for="ch" forName="Child3" refType="w" fact="0.25"/>
              <dgm:constr type="t" for="ch" forName="Child3" refType="h" fact="0.1892"/>
              <dgm:constr type="w" for="ch" forName="Child3" refType="w" fact="0.2183"/>
              <dgm:constr type="h" for="ch" forName="Child3" refType="h" fact="0.7568"/>
              <dgm:constr type="l" for="ch" forName="Child2" refType="w" fact="0.5"/>
              <dgm:constr type="t" for="ch" forName="Child2" refType="h" fact="0.1892"/>
              <dgm:constr type="w" for="ch" forName="Child2" refType="w" fact="0.2183"/>
              <dgm:constr type="h" for="ch" forName="Child2" refType="h" fact="0.7027"/>
              <dgm:constr type="l" for="ch" forName="Child1" refType="w" fact="0.75"/>
              <dgm:constr type="t" for="ch" forName="Child1" refType="h" fact="0.1892"/>
              <dgm:constr type="w" for="ch" forName="Child1" refType="w" fact="0.2183"/>
              <dgm:constr type="h" for="ch" forName="Child1" refType="h" fact="0.6486"/>
              <dgm:constr type="l" for="ch" forName="ChildAccent1" refType="w" fact="0.75"/>
              <dgm:constr type="t" for="ch" forName="ChildAccent1" refType="h" fact="0.1892"/>
              <dgm:constr type="w" for="ch" forName="ChildAccent1" refType="w" fact="0.25"/>
              <dgm:constr type="h" for="ch" forName="ChildAccent1" refType="h" fact="0.6486"/>
              <dgm:constr type="l" for="ch" forName="Parent1" refType="w" fact="0.75"/>
              <dgm:constr type="t" for="ch" forName="Parent1" refType="h" fact="0.0811"/>
              <dgm:constr type="w" for="ch" forName="Parent1" refType="w" fact="0.25"/>
              <dgm:constr type="h" for="ch" forName="Parent1" refType="h" fact="0.1081"/>
              <dgm:constr type="l" for="ch" forName="ChildAccent2" refType="w" fact="0.5"/>
              <dgm:constr type="t" for="ch" forName="ChildAccent2" refType="h" fact="0.1892"/>
              <dgm:constr type="w" for="ch" forName="ChildAccent2" refType="w" fact="0.25"/>
              <dgm:constr type="h" for="ch" forName="ChildAccent2" refType="h" fact="0.7027"/>
              <dgm:constr type="l" for="ch" forName="Parent2" refType="w" fact="0.5"/>
              <dgm:constr type="t" for="ch" forName="Parent2" refType="h" fact="0.0541"/>
              <dgm:constr type="w" for="ch" forName="Parent2" refType="w" fact="0.25"/>
              <dgm:constr type="h" for="ch" forName="Parent2" refType="h" fact="0.1351"/>
              <dgm:constr type="l" for="ch" forName="ChildAccent3" refType="w" fact="0.25"/>
              <dgm:constr type="t" for="ch" forName="ChildAccent3" refType="h" fact="0.1892"/>
              <dgm:constr type="w" for="ch" forName="ChildAccent3" refType="w" fact="0.25"/>
              <dgm:constr type="h" for="ch" forName="ChildAccent3" refType="h" fact="0.7568"/>
              <dgm:constr type="l" for="ch" forName="Parent3" refType="w" fact="0.25"/>
              <dgm:constr type="t" for="ch" forName="Parent3" refType="h" fact="0.0279"/>
              <dgm:constr type="w" for="ch" forName="Parent3" refType="w" fact="0.25"/>
              <dgm:constr type="h" for="ch" forName="Parent3" refType="h" fact="0.161"/>
              <dgm:constr type="l" for="ch" forName="ChildAccent4" refType="w" fact="0"/>
              <dgm:constr type="t" for="ch" forName="ChildAccent4" refType="h" fact="0.1892"/>
              <dgm:constr type="w" for="ch" forName="ChildAccent4" refType="w" fact="0.25"/>
              <dgm:constr type="h" for="ch" forName="ChildAccent4" refType="h" fact="0.8108"/>
              <dgm:constr type="l" for="ch" forName="Parent4" refType="w" fact="0"/>
              <dgm:constr type="t" for="ch" forName="Parent4" refType="h" fact="0"/>
              <dgm:constr type="w" for="ch" forName="Parent4" refType="w" fact="0.25"/>
              <dgm:constr type="h" for="ch" forName="Parent4" refType="h" fact="0.1892"/>
            </dgm:constrLst>
          </dgm:if>
          <dgm:if name="Name17" axis="ch" ptType="node" func="cnt" op="equ" val="5">
            <dgm:alg type="composite">
              <dgm:param type="ar" val="1.5742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Child5" refType="w" fact="0"/>
              <dgm:constr type="t" for="ch" forName="Child5" refType="h" fact="0.2"/>
              <dgm:constr type="w" for="ch" forName="Child5" refType="w" fact="0.1747"/>
              <dgm:constr type="h" for="ch" forName="Child5" refType="h" fact="0.8"/>
              <dgm:constr type="l" for="ch" forName="Child4" refType="w" fact="0.2001"/>
              <dgm:constr type="t" for="ch" forName="Child4" refType="h" fact="0.2"/>
              <dgm:constr type="w" for="ch" forName="Child4" refType="w" fact="0.1747"/>
              <dgm:constr type="h" for="ch" forName="Child4" refType="h" fact="0.75"/>
              <dgm:constr type="l" for="ch" forName="Child3" refType="w" fact="0.4002"/>
              <dgm:constr type="t" for="ch" forName="Child3" refType="h" fact="0.2"/>
              <dgm:constr type="w" for="ch" forName="Child3" refType="w" fact="0.1747"/>
              <dgm:constr type="h" for="ch" forName="Child3" refType="h" fact="0.7"/>
              <dgm:constr type="l" for="ch" forName="Child2" refType="w" fact="0.6003"/>
              <dgm:constr type="t" for="ch" forName="Child2" refType="h" fact="0.2"/>
              <dgm:constr type="w" for="ch" forName="Child2" refType="w" fact="0.1747"/>
              <dgm:constr type="h" for="ch" forName="Child2" refType="h" fact="0.65"/>
              <dgm:constr type="l" for="ch" forName="Child1" refType="w" fact="0.7999"/>
              <dgm:constr type="t" for="ch" forName="Child1" refType="h" fact="0.2"/>
              <dgm:constr type="w" for="ch" forName="Child1" refType="w" fact="0.1747"/>
              <dgm:constr type="h" for="ch" forName="Child1" refType="h" fact="0.6"/>
              <dgm:constr type="l" for="ch" forName="ChildAccent1" refType="w" fact="0.7999"/>
              <dgm:constr type="t" for="ch" forName="ChildAccent1" refType="h" fact="0.2"/>
              <dgm:constr type="w" for="ch" forName="ChildAccent1" refType="w" fact="0.2001"/>
              <dgm:constr type="h" for="ch" forName="ChildAccent1" refType="h" fact="0.6"/>
              <dgm:constr type="l" for="ch" forName="Parent1" refType="w" fact="0.7999"/>
              <dgm:constr type="t" for="ch" forName="Parent1" refType="h" fact="0.1"/>
              <dgm:constr type="w" for="ch" forName="Parent1" refType="w" fact="0.2001"/>
              <dgm:constr type="h" for="ch" forName="Parent1" refType="h" fact="0.1"/>
              <dgm:constr type="l" for="ch" forName="ChildAccent2" refType="w" fact="0.6003"/>
              <dgm:constr type="t" for="ch" forName="ChildAccent2" refType="h" fact="0.2"/>
              <dgm:constr type="w" for="ch" forName="ChildAccent2" refType="w" fact="0.2001"/>
              <dgm:constr type="h" for="ch" forName="ChildAccent2" refType="h" fact="0.65"/>
              <dgm:constr type="l" for="ch" forName="Parent2" refType="w" fact="0.6003"/>
              <dgm:constr type="t" for="ch" forName="Parent2" refType="h" fact="0.075"/>
              <dgm:constr type="w" for="ch" forName="Parent2" refType="w" fact="0.2001"/>
              <dgm:constr type="h" for="ch" forName="Parent2" refType="h" fact="0.125"/>
              <dgm:constr type="l" for="ch" forName="ChildAccent3" refType="w" fact="0.4002"/>
              <dgm:constr type="t" for="ch" forName="ChildAccent3" refType="h" fact="0.2"/>
              <dgm:constr type="w" for="ch" forName="ChildAccent3" refType="w" fact="0.2001"/>
              <dgm:constr type="h" for="ch" forName="ChildAccent3" refType="h" fact="0.7"/>
              <dgm:constr type="l" for="ch" forName="Parent3" refType="w" fact="0.4002"/>
              <dgm:constr type="t" for="ch" forName="Parent3" refType="h" fact="0.0508"/>
              <dgm:constr type="w" for="ch" forName="Parent3" refType="w" fact="0.2001"/>
              <dgm:constr type="h" for="ch" forName="Parent3" refType="h" fact="0.15"/>
              <dgm:constr type="l" for="ch" forName="ChildAccent4" refType="w" fact="0.2001"/>
              <dgm:constr type="t" for="ch" forName="ChildAccent4" refType="h" fact="0.2"/>
              <dgm:constr type="w" for="ch" forName="ChildAccent4" refType="w" fact="0.2001"/>
              <dgm:constr type="h" for="ch" forName="ChildAccent4" refType="h" fact="0.75"/>
              <dgm:constr type="l" for="ch" forName="Parent4" refType="w" fact="0.2001"/>
              <dgm:constr type="t" for="ch" forName="Parent4" refType="h" fact="0.025"/>
              <dgm:constr type="w" for="ch" forName="Parent4" refType="w" fact="0.2001"/>
              <dgm:constr type="h" for="ch" forName="Parent4" refType="h" fact="0.175"/>
              <dgm:constr type="l" for="ch" forName="ChildAccent5" refType="w" fact="0"/>
              <dgm:constr type="t" for="ch" forName="ChildAccent5" refType="h" fact="0.2"/>
              <dgm:constr type="w" for="ch" forName="ChildAccent5" refType="w" fact="0.2001"/>
              <dgm:constr type="h" for="ch" forName="ChildAccent5" refType="h" fact="0.8"/>
              <dgm:constr type="l" for="ch" forName="Parent5" refType="w" fact="0"/>
              <dgm:constr type="t" for="ch" forName="Parent5" refType="h" fact="0"/>
              <dgm:constr type="w" for="ch" forName="Parent5" refType="w" fact="0.2001"/>
              <dgm:constr type="h" for="ch" forName="Parent5" refType="h" fact="0.2"/>
            </dgm:constrLst>
          </dgm:if>
          <dgm:if name="Name18" axis="ch" ptType="node" func="cnt" op="equ" val="6">
            <dgm:alg type="composite">
              <dgm:param type="ar" val="1.756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Child6" refType="w" fact="0"/>
              <dgm:constr type="t" for="ch" forName="Child6" refType="h" fact="0.2087"/>
              <dgm:constr type="w" for="ch" forName="Child6" refType="w" fact="0.1458"/>
              <dgm:constr type="h" for="ch" forName="Child6" refType="h" fact="0.7913"/>
              <dgm:constr type="l" for="ch" forName="Child5" refType="w" fact="0.167"/>
              <dgm:constr type="t" for="ch" forName="Child5" refType="h" fact="0.2087"/>
              <dgm:constr type="w" for="ch" forName="Child5" refType="w" fact="0.1458"/>
              <dgm:constr type="h" for="ch" forName="Child5" refType="h" fact="0.7448"/>
              <dgm:constr type="l" for="ch" forName="Child4" refType="w" fact="0.3339"/>
              <dgm:constr type="t" for="ch" forName="Child4" refType="h" fact="0.2087"/>
              <dgm:constr type="w" for="ch" forName="Child4" refType="w" fact="0.1458"/>
              <dgm:constr type="h" for="ch" forName="Child4" refType="h" fact="0.6982"/>
              <dgm:constr type="l" for="ch" forName="Child3" refType="w" fact="0.5009"/>
              <dgm:constr type="t" for="ch" forName="Child3" refType="h" fact="0.2087"/>
              <dgm:constr type="w" for="ch" forName="Child3" refType="w" fact="0.1458"/>
              <dgm:constr type="h" for="ch" forName="Child3" refType="h" fact="0.6517"/>
              <dgm:constr type="l" for="ch" forName="Child2" refType="w" fact="0.6674"/>
              <dgm:constr type="t" for="ch" forName="Child2" refType="h" fact="0.2087"/>
              <dgm:constr type="w" for="ch" forName="Child2" refType="w" fact="0.1458"/>
              <dgm:constr type="h" for="ch" forName="Child2" refType="h" fact="0.6051"/>
              <dgm:constr type="l" for="ch" forName="Child1" refType="w" fact="0.833"/>
              <dgm:constr type="t" for="ch" forName="Child1" refType="h" fact="0.2087"/>
              <dgm:constr type="w" for="ch" forName="Child1" refType="w" fact="0.1458"/>
              <dgm:constr type="h" for="ch" forName="Child1" refType="h" fact="0.5586"/>
              <dgm:constr type="l" for="ch" forName="ChildAccent1" refType="w" fact="0.833"/>
              <dgm:constr type="t" for="ch" forName="ChildAccent1" refType="h" fact="0.2087"/>
              <dgm:constr type="w" for="ch" forName="ChildAccent1" refType="w" fact="0.167"/>
              <dgm:constr type="h" for="ch" forName="ChildAccent1" refType="h" fact="0.5586"/>
              <dgm:constr type="l" for="ch" forName="Parent1" refType="w" fact="0.833"/>
              <dgm:constr type="t" for="ch" forName="Parent1" refType="h" fact="0.1156"/>
              <dgm:constr type="w" for="ch" forName="Parent1" refType="w" fact="0.167"/>
              <dgm:constr type="h" for="ch" forName="Parent1" refType="h" fact="0.0931"/>
              <dgm:constr type="l" for="ch" forName="ChildAccent2" refType="w" fact="0.6674"/>
              <dgm:constr type="t" for="ch" forName="ChildAccent2" refType="h" fact="0.2087"/>
              <dgm:constr type="w" for="ch" forName="ChildAccent2" refType="w" fact="0.167"/>
              <dgm:constr type="h" for="ch" forName="ChildAccent2" refType="h" fact="0.6051"/>
              <dgm:constr type="l" for="ch" forName="Parent2" refType="w" fact="0.6674"/>
              <dgm:constr type="t" for="ch" forName="Parent2" refType="h" fact="0.0923"/>
              <dgm:constr type="w" for="ch" forName="Parent2" refType="w" fact="0.165"/>
              <dgm:constr type="h" for="ch" forName="Parent2" refType="h" fact="0.1164"/>
              <dgm:constr type="l" for="ch" forName="ChildAccent3" refType="w" fact="0.5009"/>
              <dgm:constr type="t" for="ch" forName="ChildAccent3" refType="h" fact="0.2087"/>
              <dgm:constr type="w" for="ch" forName="ChildAccent3" refType="w" fact="0.167"/>
              <dgm:constr type="h" for="ch" forName="ChildAccent3" refType="h" fact="0.6517"/>
              <dgm:constr type="l" for="ch" forName="Parent3" refType="w" fact="0.5009"/>
              <dgm:constr type="t" for="ch" forName="Parent3" refType="h" fact="0.0698"/>
              <dgm:constr type="w" for="ch" forName="Parent3" refType="w" fact="0.166"/>
              <dgm:constr type="h" for="ch" forName="Parent3" refType="h" fact="0.1396"/>
              <dgm:constr type="l" for="ch" forName="ChildAccent4" refType="w" fact="0.3339"/>
              <dgm:constr type="t" for="ch" forName="ChildAccent4" refType="h" fact="0.2087"/>
              <dgm:constr type="w" for="ch" forName="ChildAccent4" refType="w" fact="0.167"/>
              <dgm:constr type="h" for="ch" forName="ChildAccent4" refType="h" fact="0.6982"/>
              <dgm:constr type="l" for="ch" forName="Parent4" refType="w" fact="0.3339"/>
              <dgm:constr type="t" for="ch" forName="Parent4" refType="h" fact="0.0458"/>
              <dgm:constr type="w" for="ch" forName="Parent4" refType="w" fact="0.167"/>
              <dgm:constr type="h" for="ch" forName="Parent4" refType="h" fact="0.1629"/>
              <dgm:constr type="l" for="ch" forName="ChildAccent5" refType="w" fact="0.167"/>
              <dgm:constr type="t" for="ch" forName="ChildAccent5" refType="h" fact="0.2087"/>
              <dgm:constr type="w" for="ch" forName="ChildAccent5" refType="w" fact="0.167"/>
              <dgm:constr type="h" for="ch" forName="ChildAccent5" refType="h" fact="0.7448"/>
              <dgm:constr type="l" for="ch" forName="Parent5" refType="w" fact="0.167"/>
              <dgm:constr type="t" for="ch" forName="Parent5" refType="h" fact="0.0225"/>
              <dgm:constr type="w" for="ch" forName="Parent5" refType="w" fact="0.167"/>
              <dgm:constr type="h" for="ch" forName="Parent5" refType="h" fact="0.1862"/>
              <dgm:constr type="l" for="ch" forName="ChildAccent6" refType="w" fact="0"/>
              <dgm:constr type="t" for="ch" forName="ChildAccent6" refType="h" fact="0.2087"/>
              <dgm:constr type="w" for="ch" forName="ChildAccent6" refType="w" fact="0.167"/>
              <dgm:constr type="h" for="ch" forName="ChildAccent6" refType="h" fact="0.7913"/>
              <dgm:constr type="l" for="ch" forName="Parent6" refType="w" fact="0"/>
              <dgm:constr type="t" for="ch" forName="Parent6" refType="h" fact="0"/>
              <dgm:constr type="w" for="ch" forName="Parent6" refType="w" fact="0.167"/>
              <dgm:constr type="h" for="ch" forName="Parent6" refType="h" fact="0.2095"/>
            </dgm:constrLst>
          </dgm:if>
          <dgm:else name="Name19">
            <dgm:alg type="composite">
              <dgm:param type="ar" val="1.91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Child7" refType="w" fact="0"/>
              <dgm:constr type="t" for="ch" forName="Child7" refType="h" fact="0.2168"/>
              <dgm:constr type="w" for="ch" forName="Child7" refType="w" fact="0.125"/>
              <dgm:constr type="h" for="ch" forName="Child7" refType="h" fact="0.7832"/>
              <dgm:constr type="l" for="ch" forName="Child6" refType="w" fact="0.1432"/>
              <dgm:constr type="t" for="ch" forName="Child6" refType="h" fact="0.2168"/>
              <dgm:constr type="w" for="ch" forName="Child6" refType="w" fact="0.125"/>
              <dgm:constr type="h" for="ch" forName="Child6" refType="h" fact="0.7397"/>
              <dgm:constr type="l" for="ch" forName="Child5" refType="w" fact="0.2865"/>
              <dgm:constr type="t" for="ch" forName="Child5" refType="h" fact="0.2168"/>
              <dgm:constr type="w" for="ch" forName="Child5" refType="w" fact="0.125"/>
              <dgm:constr type="h" for="ch" forName="Child5" refType="h" fact="0.6962"/>
              <dgm:constr type="l" for="ch" forName="Child4" refType="w" fact="0.4297"/>
              <dgm:constr type="t" for="ch" forName="Child4" refType="h" fact="0.2168"/>
              <dgm:constr type="w" for="ch" forName="Child4" refType="w" fact="0.125"/>
              <dgm:constr type="h" for="ch" forName="Child4" refType="h" fact="0.6526"/>
              <dgm:constr type="l" for="ch" forName="Child3" refType="w" fact="0.5726"/>
              <dgm:constr type="t" for="ch" forName="Child3" refType="h" fact="0.2168"/>
              <dgm:constr type="w" for="ch" forName="Child3" refType="w" fact="0.125"/>
              <dgm:constr type="h" for="ch" forName="Child3" refType="h" fact="0.6091"/>
              <dgm:constr type="l" for="ch" forName="Child2" refType="w" fact="0.7147"/>
              <dgm:constr type="t" for="ch" forName="Child2" refType="h" fact="0.2168"/>
              <dgm:constr type="w" for="ch" forName="Child2" refType="w" fact="0.125"/>
              <dgm:constr type="h" for="ch" forName="Child2" refType="h" fact="0.5656"/>
              <dgm:constr type="l" for="ch" forName="Child1" refType="w" fact="0.8568"/>
              <dgm:constr type="t" for="ch" forName="Child1" refType="h" fact="0.2168"/>
              <dgm:constr type="w" for="ch" forName="Child1" refType="w" fact="0.125"/>
              <dgm:constr type="h" for="ch" forName="Child1" refType="h" fact="0.5221"/>
              <dgm:constr type="l" for="ch" forName="ChildAccent1" refType="w" fact="0.8568"/>
              <dgm:constr type="t" for="ch" forName="ChildAccent1" refType="h" fact="0.2168"/>
              <dgm:constr type="w" for="ch" forName="ChildAccent1" refType="w" fact="0.1432"/>
              <dgm:constr type="h" for="ch" forName="ChildAccent1" refType="h" fact="0.5221"/>
              <dgm:constr type="l" for="ch" forName="Parent1" refType="w" fact="0.8568"/>
              <dgm:constr type="t" for="ch" forName="Parent1" refType="h" fact="0.1298"/>
              <dgm:constr type="w" for="ch" forName="Parent1" refType="w" fact="0.1432"/>
              <dgm:constr type="h" for="ch" forName="Parent1" refType="h" fact="0.087"/>
              <dgm:constr type="l" for="ch" forName="ChildAccent2" refType="w" fact="0.7147"/>
              <dgm:constr type="t" for="ch" forName="ChildAccent2" refType="h" fact="0.2168"/>
              <dgm:constr type="w" for="ch" forName="ChildAccent2" refType="w" fact="0.1432"/>
              <dgm:constr type="h" for="ch" forName="ChildAccent2" refType="h" fact="0.5656"/>
              <dgm:constr type="l" for="ch" forName="Parent2" refType="w" fact="0.7147"/>
              <dgm:constr type="t" for="ch" forName="Parent2" refType="h" fact="0.108"/>
              <dgm:constr type="w" for="ch" forName="Parent2" refType="w" fact="0.1425"/>
              <dgm:constr type="h" for="ch" forName="Parent2" refType="h" fact="0.1088"/>
              <dgm:constr type="l" for="ch" forName="ChildAccent3" refType="w" fact="0.5726"/>
              <dgm:constr type="t" for="ch" forName="ChildAccent3" refType="h" fact="0.2168"/>
              <dgm:constr type="w" for="ch" forName="ChildAccent3" refType="w" fact="0.1432"/>
              <dgm:constr type="h" for="ch" forName="ChildAccent3" refType="h" fact="0.6091"/>
              <dgm:constr type="l" for="ch" forName="Parent3" refType="w" fact="0.5726"/>
              <dgm:constr type="t" for="ch" forName="Parent3" refType="h" fact="0.087"/>
              <dgm:constr type="w" for="ch" forName="Parent3" refType="w" fact="0.142"/>
              <dgm:constr type="h" for="ch" forName="Parent3" refType="h" fact="0.1305"/>
              <dgm:constr type="l" for="ch" forName="ChildAccent4" refType="w" fact="0.4297"/>
              <dgm:constr type="t" for="ch" forName="ChildAccent4" refType="h" fact="0.2168"/>
              <dgm:constr type="w" for="ch" forName="ChildAccent4" refType="w" fact="0.1432"/>
              <dgm:constr type="h" for="ch" forName="ChildAccent4" refType="h" fact="0.6526"/>
              <dgm:constr type="l" for="ch" forName="Parent4" refType="w" fact="0.4297"/>
              <dgm:constr type="t" for="ch" forName="Parent4" refType="h" fact="0.0645"/>
              <dgm:constr type="w" for="ch" forName="Parent4" refType="w" fact="0.1432"/>
              <dgm:constr type="h" for="ch" forName="Parent4" refType="h" fact="0.1523"/>
              <dgm:constr type="l" for="ch" forName="ChildAccent5" refType="w" fact="0.2865"/>
              <dgm:constr type="t" for="ch" forName="ChildAccent5" refType="h" fact="0.2168"/>
              <dgm:constr type="w" for="ch" forName="ChildAccent5" refType="w" fact="0.1432"/>
              <dgm:constr type="h" for="ch" forName="ChildAccent5" refType="h" fact="0.6962"/>
              <dgm:constr type="l" for="ch" forName="Parent5" refType="w" fact="0.2865"/>
              <dgm:constr type="t" for="ch" forName="Parent5" refType="h" fact="0.0428"/>
              <dgm:constr type="w" for="ch" forName="Parent5" refType="w" fact="0.1432"/>
              <dgm:constr type="h" for="ch" forName="Parent5" refType="h" fact="0.174"/>
              <dgm:constr type="l" for="ch" forName="ChildAccent6" refType="w" fact="0.1432"/>
              <dgm:constr type="t" for="ch" forName="ChildAccent6" refType="h" fact="0.2168"/>
              <dgm:constr type="w" for="ch" forName="ChildAccent6" refType="w" fact="0.1432"/>
              <dgm:constr type="h" for="ch" forName="ChildAccent6" refType="h" fact="0.7397"/>
              <dgm:constr type="l" for="ch" forName="Parent6" refType="w" fact="0.1432"/>
              <dgm:constr type="t" for="ch" forName="Parent6" refType="h" fact="0.0217"/>
              <dgm:constr type="w" for="ch" forName="Parent6" refType="w" fact="0.1432"/>
              <dgm:constr type="h" for="ch" forName="Parent6" refType="h" fact="0.1958"/>
              <dgm:constr type="l" for="ch" forName="ChildAccent7" refType="w" fact="0"/>
              <dgm:constr type="t" for="ch" forName="ChildAccent7" refType="h" fact="0.2168"/>
              <dgm:constr type="w" for="ch" forName="ChildAccent7" refType="w" fact="0.1432"/>
              <dgm:constr type="h" for="ch" forName="ChildAccent7" refType="h" fact="0.7832"/>
              <dgm:constr type="l" for="ch" forName="Parent7" refType="w" fact="0"/>
              <dgm:constr type="t" for="ch" forName="Parent7" refType="h" fact="0"/>
              <dgm:constr type="w" for="ch" forName="Parent7" refType="w" fact="0.1432"/>
              <dgm:constr type="h" for="ch" forName="Parent7" refType="h" fact="0.2175"/>
            </dgm:constrLst>
          </dgm:else>
        </dgm:choose>
      </dgm:else>
    </dgm:choose>
    <dgm:forEach name="wrapper" axis="self" ptType="parTrans">
      <dgm:forEach name="accentRepeat" axis="self">
        <dgm:layoutNode name="ChildAccent" styleLbl="alignImgPlace1">
          <dgm:alg type="sp"/>
          <dgm:choose name="Name20">
            <dgm:if name="Name21" axis="followSib" ptType="node" func="cnt" op="equ" val="0">
              <dgm:shape xmlns:r="http://schemas.openxmlformats.org/officeDocument/2006/relationships" type="wedgeRectCallout" r:blip="">
                <dgm:adjLst>
                  <dgm:adj idx="1" val="0"/>
                  <dgm:adj idx="2" val="0"/>
                </dgm:adjLst>
              </dgm:shape>
            </dgm:if>
            <dgm:else name="Name22">
              <dgm:choose name="Name23">
                <dgm:if name="Name24" axis="precedSib" ptType="node" func="cnt" op="equ" val="6">
                  <dgm:shape xmlns:r="http://schemas.openxmlformats.org/officeDocument/2006/relationships" type="wedgeRectCallout" r:blip="">
                    <dgm:adjLst>
                      <dgm:adj idx="1" val="0"/>
                      <dgm:adj idx="2" val="0"/>
                    </dgm:adjLst>
                  </dgm:shape>
                </dgm:if>
                <dgm:else name="Name25">
                  <dgm:choose name="Name26">
                    <dgm:if name="Name27" func="var" arg="dir" op="equ" val="norm">
                      <dgm:shape xmlns:r="http://schemas.openxmlformats.org/officeDocument/2006/relationships" type="wedgeRectCallout" r:blip="">
                        <dgm:adjLst>
                          <dgm:adj idx="1" val="0.625"/>
                          <dgm:adj idx="2" val="0.2083"/>
                        </dgm:adjLst>
                      </dgm:shape>
                    </dgm:if>
                    <dgm:else name="Name28">
                      <dgm:shape xmlns:r="http://schemas.openxmlformats.org/officeDocument/2006/relationships" type="wedgeRectCallout" r:blip="">
                        <dgm:adjLst>
                          <dgm:adj idx="1" val="-0.625"/>
                          <dgm:adj idx="2" val="0.2083"/>
                        </dgm:adjLst>
                      </dgm:shape>
                    </dgm:else>
                  </dgm:choose>
                </dgm:else>
              </dgm:choose>
            </dgm:else>
          </dgm:choose>
          <dgm:presOf axis="des" ptType="node"/>
        </dgm:layoutNode>
      </dgm:forEach>
    </dgm:forEach>
    <dgm:forEach name="Name29" axis="ch" ptType="node" st="7" cnt="1">
      <dgm:layoutNode name="ChildAccent7">
        <dgm:alg type="sp"/>
        <dgm:shape xmlns:r="http://schemas.openxmlformats.org/officeDocument/2006/relationships" r:blip="">
          <dgm:adjLst/>
        </dgm:shape>
        <dgm:presOf/>
        <dgm:constrLst/>
        <dgm:forEach name="Name30" ref="accentRepeat"/>
      </dgm:layoutNode>
      <dgm:layoutNode name="Child7" styleLbl="revTx">
        <dgm:varLst>
          <dgm:chMax val="0"/>
          <dgm:chPref val="0"/>
          <dgm:bulletEnabled val="1"/>
        </dgm:varLst>
        <dgm:choose name="Name31">
          <dgm:if name="Name32" func="var" arg="dir" op="equ" val="norm">
            <dgm:alg type="tx">
              <dgm:param type="parTxLTRAlign" val="r"/>
              <dgm:param type="shpTxLTRAlignCh" val="r"/>
              <dgm:param type="txAnchorVert" val="t"/>
            </dgm:alg>
          </dgm:if>
          <dgm:else name="Name33">
            <dgm:alg type="tx">
              <dgm:param type="parTxLTRAlign" val="l"/>
              <dgm:param type="shpTxLTRAlignCh" val="l"/>
              <dgm:param type="txAnchorVert" val="t"/>
            </dgm:alg>
          </dgm:else>
        </dgm:choose>
        <dgm:shape xmlns:r="http://schemas.openxmlformats.org/officeDocument/2006/relationships" type="rect" r:blip="" hideGeom="1">
          <dgm:adjLst/>
        </dgm:shape>
        <dgm:presOf axis="des" ptType="node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  <dgm:layoutNode name="Parent7" styleLbl="node1">
        <dgm:varLst>
          <dgm:chMax val="2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</dgm:forEach>
    <dgm:forEach name="Name34" axis="ch" ptType="node" st="6" cnt="1">
      <dgm:layoutNode name="ChildAccent6">
        <dgm:alg type="sp"/>
        <dgm:shape xmlns:r="http://schemas.openxmlformats.org/officeDocument/2006/relationships" r:blip="">
          <dgm:adjLst/>
        </dgm:shape>
        <dgm:presOf/>
        <dgm:constrLst/>
        <dgm:forEach name="Name35" ref="accentRepeat"/>
      </dgm:layoutNode>
      <dgm:layoutNode name="Child6" styleLbl="revTx">
        <dgm:varLst>
          <dgm:chMax val="0"/>
          <dgm:chPref val="0"/>
          <dgm:bulletEnabled val="1"/>
        </dgm:varLst>
        <dgm:choose name="Name36">
          <dgm:if name="Name37" func="var" arg="dir" op="equ" val="norm">
            <dgm:alg type="tx">
              <dgm:param type="parTxLTRAlign" val="r"/>
              <dgm:param type="shpTxLTRAlignCh" val="r"/>
              <dgm:param type="txAnchorVert" val="t"/>
            </dgm:alg>
          </dgm:if>
          <dgm:else name="Name38">
            <dgm:alg type="tx">
              <dgm:param type="parTxLTRAlign" val="l"/>
              <dgm:param type="shpTxLTRAlignCh" val="l"/>
              <dgm:param type="txAnchorVert" val="t"/>
            </dgm:alg>
          </dgm:else>
        </dgm:choose>
        <dgm:shape xmlns:r="http://schemas.openxmlformats.org/officeDocument/2006/relationships" type="rect" r:blip="" hideGeom="1">
          <dgm:adjLst/>
        </dgm:shape>
        <dgm:presOf axis="des" ptType="node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  <dgm:layoutNode name="Parent6" styleLbl="node1">
        <dgm:varLst>
          <dgm:chMax val="2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</dgm:forEach>
    <dgm:forEach name="Name39" axis="ch" ptType="node" st="5" cnt="1">
      <dgm:layoutNode name="ChildAccent5">
        <dgm:alg type="sp"/>
        <dgm:shape xmlns:r="http://schemas.openxmlformats.org/officeDocument/2006/relationships" r:blip="">
          <dgm:adjLst/>
        </dgm:shape>
        <dgm:presOf/>
        <dgm:constrLst/>
        <dgm:forEach name="Name40" ref="accentRepeat"/>
      </dgm:layoutNode>
      <dgm:layoutNode name="Child5" styleLbl="revTx">
        <dgm:varLst>
          <dgm:chMax val="0"/>
          <dgm:chPref val="0"/>
          <dgm:bulletEnabled val="1"/>
        </dgm:varLst>
        <dgm:choose name="Name41">
          <dgm:if name="Name42" func="var" arg="dir" op="equ" val="norm">
            <dgm:alg type="tx">
              <dgm:param type="parTxLTRAlign" val="r"/>
              <dgm:param type="shpTxLTRAlignCh" val="r"/>
              <dgm:param type="txAnchorVert" val="t"/>
            </dgm:alg>
          </dgm:if>
          <dgm:else name="Name43">
            <dgm:alg type="tx">
              <dgm:param type="parTxLTRAlign" val="l"/>
              <dgm:param type="shpTxLTRAlignCh" val="l"/>
              <dgm:param type="txAnchorVert" val="t"/>
            </dgm:alg>
          </dgm:else>
        </dgm:choose>
        <dgm:shape xmlns:r="http://schemas.openxmlformats.org/officeDocument/2006/relationships" type="rect" r:blip="" hideGeom="1">
          <dgm:adjLst/>
        </dgm:shape>
        <dgm:presOf axis="des" ptType="node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  <dgm:layoutNode name="Parent5" styleLbl="node1">
        <dgm:varLst>
          <dgm:chMax val="2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</dgm:forEach>
    <dgm:forEach name="Name44" axis="ch" ptType="node" st="4" cnt="1">
      <dgm:layoutNode name="ChildAccent4">
        <dgm:alg type="sp"/>
        <dgm:shape xmlns:r="http://schemas.openxmlformats.org/officeDocument/2006/relationships" r:blip="">
          <dgm:adjLst/>
        </dgm:shape>
        <dgm:presOf/>
        <dgm:constrLst/>
        <dgm:forEach name="Name45" ref="accentRepeat"/>
      </dgm:layoutNode>
      <dgm:layoutNode name="Child4" styleLbl="revTx">
        <dgm:varLst>
          <dgm:chMax val="0"/>
          <dgm:chPref val="0"/>
          <dgm:bulletEnabled val="1"/>
        </dgm:varLst>
        <dgm:choose name="Name46">
          <dgm:if name="Name47" func="var" arg="dir" op="equ" val="norm">
            <dgm:alg type="tx">
              <dgm:param type="parTxLTRAlign" val="r"/>
              <dgm:param type="shpTxLTRAlignCh" val="r"/>
              <dgm:param type="txAnchorVert" val="t"/>
            </dgm:alg>
          </dgm:if>
          <dgm:else name="Name48">
            <dgm:alg type="tx">
              <dgm:param type="parTxLTRAlign" val="l"/>
              <dgm:param type="shpTxLTRAlignCh" val="l"/>
              <dgm:param type="txAnchorVert" val="t"/>
            </dgm:alg>
          </dgm:else>
        </dgm:choose>
        <dgm:shape xmlns:r="http://schemas.openxmlformats.org/officeDocument/2006/relationships" type="rect" r:blip="" hideGeom="1">
          <dgm:adjLst/>
        </dgm:shape>
        <dgm:presOf axis="des" ptType="node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  <dgm:layoutNode name="Parent4" styleLbl="node1">
        <dgm:varLst>
          <dgm:chMax val="2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</dgm:forEach>
    <dgm:forEach name="Name49" axis="ch" ptType="node" st="3" cnt="1">
      <dgm:layoutNode name="ChildAccent3">
        <dgm:alg type="sp"/>
        <dgm:shape xmlns:r="http://schemas.openxmlformats.org/officeDocument/2006/relationships" r:blip="">
          <dgm:adjLst/>
        </dgm:shape>
        <dgm:presOf/>
        <dgm:constrLst/>
        <dgm:forEach name="Name50" ref="accentRepeat"/>
      </dgm:layoutNode>
      <dgm:layoutNode name="Child3" styleLbl="revTx">
        <dgm:varLst>
          <dgm:chMax val="0"/>
          <dgm:chPref val="0"/>
          <dgm:bulletEnabled val="1"/>
        </dgm:varLst>
        <dgm:choose name="Name51">
          <dgm:if name="Name52" func="var" arg="dir" op="equ" val="norm">
            <dgm:alg type="tx">
              <dgm:param type="parTxLTRAlign" val="r"/>
              <dgm:param type="shpTxLTRAlignCh" val="r"/>
              <dgm:param type="txAnchorVert" val="t"/>
            </dgm:alg>
          </dgm:if>
          <dgm:else name="Name53">
            <dgm:alg type="tx">
              <dgm:param type="parTxLTRAlign" val="l"/>
              <dgm:param type="shpTxLTRAlignCh" val="l"/>
              <dgm:param type="txAnchorVert" val="t"/>
            </dgm:alg>
          </dgm:else>
        </dgm:choose>
        <dgm:shape xmlns:r="http://schemas.openxmlformats.org/officeDocument/2006/relationships" type="rect" r:blip="" hideGeom="1">
          <dgm:adjLst/>
        </dgm:shape>
        <dgm:presOf axis="des" ptType="node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  <dgm:layoutNode name="Parent3" styleLbl="node1">
        <dgm:varLst>
          <dgm:chMax val="2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</dgm:forEach>
    <dgm:forEach name="Name54" axis="ch" ptType="node" st="2" cnt="1">
      <dgm:layoutNode name="ChildAccent2">
        <dgm:alg type="sp"/>
        <dgm:shape xmlns:r="http://schemas.openxmlformats.org/officeDocument/2006/relationships" r:blip="">
          <dgm:adjLst/>
        </dgm:shape>
        <dgm:presOf/>
        <dgm:constrLst/>
        <dgm:forEach name="Name55" ref="accentRepeat"/>
      </dgm:layoutNode>
      <dgm:layoutNode name="Child2" styleLbl="revTx">
        <dgm:varLst>
          <dgm:chMax val="0"/>
          <dgm:chPref val="0"/>
          <dgm:bulletEnabled val="1"/>
        </dgm:varLst>
        <dgm:choose name="Name56">
          <dgm:if name="Name57" func="var" arg="dir" op="equ" val="norm">
            <dgm:alg type="tx">
              <dgm:param type="parTxLTRAlign" val="r"/>
              <dgm:param type="shpTxLTRAlignCh" val="r"/>
              <dgm:param type="txAnchorVert" val="t"/>
            </dgm:alg>
          </dgm:if>
          <dgm:else name="Name58">
            <dgm:alg type="tx">
              <dgm:param type="parTxLTRAlign" val="l"/>
              <dgm:param type="shpTxLTRAlignCh" val="l"/>
              <dgm:param type="txAnchorVert" val="t"/>
            </dgm:alg>
          </dgm:else>
        </dgm:choose>
        <dgm:shape xmlns:r="http://schemas.openxmlformats.org/officeDocument/2006/relationships" type="rect" r:blip="" hideGeom="1">
          <dgm:adjLst/>
        </dgm:shape>
        <dgm:presOf axis="des" ptType="node"/>
        <dgm:presOf axis="des" ptType="node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  <dgm:layoutNode name="Parent2" styleLbl="node1">
        <dgm:varLst>
          <dgm:chMax val="2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</dgm:forEach>
    <dgm:forEach name="Name59" axis="ch" ptType="node" cnt="1">
      <dgm:layoutNode name="ChildAccent1">
        <dgm:alg type="sp"/>
        <dgm:shape xmlns:r="http://schemas.openxmlformats.org/officeDocument/2006/relationships" r:blip="">
          <dgm:adjLst/>
        </dgm:shape>
        <dgm:presOf/>
        <dgm:constrLst/>
        <dgm:forEach name="Name60" ref="accentRepeat"/>
      </dgm:layoutNode>
      <dgm:layoutNode name="Child1" styleLbl="revTx">
        <dgm:varLst>
          <dgm:chMax val="0"/>
          <dgm:chPref val="0"/>
          <dgm:bulletEnabled val="1"/>
        </dgm:varLst>
        <dgm:choose name="Name61">
          <dgm:if name="Name62" func="var" arg="dir" op="equ" val="norm">
            <dgm:alg type="tx">
              <dgm:param type="parTxLTRAlign" val="r"/>
              <dgm:param type="shpTxLTRAlignCh" val="r"/>
              <dgm:param type="txAnchorVert" val="t"/>
            </dgm:alg>
          </dgm:if>
          <dgm:else name="Name63">
            <dgm:alg type="tx">
              <dgm:param type="parTxLTRAlign" val="l"/>
              <dgm:param type="shpTxLTRAlignCh" val="l"/>
              <dgm:param type="txAnchorVert" val="t"/>
            </dgm:alg>
          </dgm:else>
        </dgm:choose>
        <dgm:shape xmlns:r="http://schemas.openxmlformats.org/officeDocument/2006/relationships" type="rect" r:blip="" hideGeom="1">
          <dgm:adjLst/>
        </dgm:shape>
        <dgm:presOf axis="des" ptType="node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  <dgm:layoutNode name="Parent1" styleLbl="node1">
        <dgm:varLst>
          <dgm:chMax val="2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8B91F7-0A31-4809-8E31-54F32ACD1E72}" type="datetimeFigureOut">
              <a:rPr lang="en-GB" smtClean="0"/>
              <a:t>17/01/2026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D5A70FC-228F-4487-8E14-68CAD584041B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764507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8155653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935835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FEB448-544F-1163-CF6D-D801EF6DAB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240B45-37FF-28D2-69C1-D8842A0F2E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61B0F3-96B9-62B2-E1C5-4D3D4823B8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66083A-C1B7-4B46-82C5-289BB6E6D5A4}" type="datetime1">
              <a:rPr lang="en-IN" smtClean="0"/>
              <a:t>17-01-2026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DB3F67-E836-5AA2-B32D-A0C3A93330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1EEA5E-DC19-ABCD-6267-C545BA7771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694729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50CDE-F21A-AC1C-7DD9-906370B0FA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139EE0-A89B-B238-94A4-DB32BBD14E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BAB674-71DE-8BA7-9D0E-C99F6B3C0FB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1009650" cy="365125"/>
          </a:xfrm>
          <a:noFill/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64BFFB7-4443-4602-A990-B076C1CFE86C}" type="datetime1">
              <a:rPr lang="en-IN" smtClean="0"/>
              <a:pPr/>
              <a:t>17-01-2026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72554B-0ACB-E334-5BBE-7A83BFE374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F062A5-E36B-5C05-6C36-F8372F2C16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F32F6845-8F47-4AB8-B9CE-96D88E741707}" type="slidenum">
              <a:rPr lang="en-IN" smtClean="0"/>
              <a:pPr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905508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22CC90-B089-5E25-D480-B40D5123B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671185-327E-E435-EB8B-F143CAF78D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ADDF86-F686-ACE8-6852-5CEADD9A28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8F52-857A-4C89-954C-57943DB51290}" type="datetime1">
              <a:rPr lang="en-IN" smtClean="0"/>
              <a:t>17-01-2026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58F106-1FED-5AA1-CFDF-7FE2105071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45F0D7-F550-D351-1F6B-36B665CA0C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052039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698191-3055-3CE7-ABAB-BF52255689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07F01E-C1BB-CFE3-1062-5A8CAD20F5A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0F16ED-635D-3C12-AE3C-37A43EAF14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80B84D-A3CA-9B7E-B7BB-4C18C18121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BD7B4D-DDD6-4CA2-87A0-9BDD5E5268EC}" type="datetime1">
              <a:rPr lang="en-IN" smtClean="0"/>
              <a:t>17-01-2026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881B66-06CA-0AE9-B95B-21A45DC5B3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B7665D-74F3-FC85-8C37-77F440223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797023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1306E-11E1-8AB1-AF32-6F074D3C85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8E7AAE-4628-F916-89C8-10A970EC98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D7C0B7-4F02-5995-1FB1-8FB2DD1259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B504026-A61A-C06F-3EA6-94F595A4738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CFF7FD0-380B-75A4-D9B0-F7EBC341DD0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80AA233-A9EB-E98D-4DDF-BC4B728083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30D9E5-0635-43A8-8973-488E7408FAF7}" type="datetime1">
              <a:rPr lang="en-IN" smtClean="0"/>
              <a:t>17-01-2026</a:t>
            </a:fld>
            <a:endParaRPr lang="en-IN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55E8074-1361-E322-F42C-F5D714099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6B9FECA-EE46-D87A-F259-E8022C362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634304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B92FB-DA41-9013-AE3A-5882CEEE8B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A2620A1-C0CA-1D0E-E85E-5C1326F8CB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D0CEA8-D591-4CC9-939A-A3BE6FD93E89}" type="datetime1">
              <a:rPr lang="en-IN" smtClean="0"/>
              <a:t>17-01-2026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63BD8B1-5363-075D-CDCC-8CAC0A6A78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6E4555F-1DC7-94CF-74D7-21521EE939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968218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B497F04-5F5B-E4F7-0A48-A1FBAC01C3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BE2297-DC8B-48E6-B6D6-34773F9A5984}" type="datetime1">
              <a:rPr lang="en-IN" smtClean="0"/>
              <a:t>17-01-2026</a:t>
            </a:fld>
            <a:endParaRPr lang="en-IN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DCC3BA-DF88-8CE4-AB31-983A3C796A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17982A-25A2-0FA2-0BC4-48C8775F84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138426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217936-1384-3D53-34C7-E638688EF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108029-8ADE-BDA5-4C8D-31C3615564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6CB47A-C96A-8918-E1EB-9A8DBEC727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65CB0D-C5CF-96B6-5923-222D7E403E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2A547-6E4B-4188-9BD5-035CB9C4BCC5}" type="datetime1">
              <a:rPr lang="en-IN" smtClean="0"/>
              <a:t>17-01-2026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A0E17E-D21B-9F95-DB42-019C9AB18C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31A4E0-3F3F-3857-C2B7-EEDD3DF99C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239216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BEDF05-F2AE-B072-8E2E-CB4CF5B08F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20EF8F1-DFA6-282F-E8CD-83826A12E49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808D68-B430-9A5B-4A9B-8549EA20AC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002EBD-67C3-A4B8-A83C-896997C53E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706E29-16A1-4AAE-B55B-4E3DB7265605}" type="datetime1">
              <a:rPr lang="en-IN" smtClean="0"/>
              <a:t>17-01-2026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B00B68-5333-C602-6799-3D1B2E434B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4925F4-1AF9-E8B5-0534-4714B5FAF5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799969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011F1-D172-AE20-8D21-0A938E210E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E8E52B7-EB5E-AF2A-3525-5B4BBFD15A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6D7DCF-1783-47F8-CDB8-8B7167ECD0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C26915-BE00-456E-A9CA-DB9FE1FD674A}" type="datetime1">
              <a:rPr lang="en-IN" smtClean="0"/>
              <a:t>17-01-2026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6968A7-C083-F20B-0369-2067E75DE5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55429C-96E8-1064-0F87-6D95D15F93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487618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6A47F57-697A-B97E-DD3A-2910D126C5B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73F252A-D3F9-0BB4-D962-668169761B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B93D65-8824-8EBE-4CB8-E4D7750FE8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A2D233-408A-4415-B919-B7ECAA5043E2}" type="datetime1">
              <a:rPr lang="en-IN" smtClean="0"/>
              <a:t>17-01-2026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1EA1BA-06A5-9F5B-136C-80EDFD72E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63C8CA-61F8-0704-0F6E-DDDD2B9987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487824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309843D-C7AC-7DCA-D2A1-30C29BBAB6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2A0867-11DA-F019-8907-1B3D8BD7C7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0DD53F-CA45-CCAE-9ADB-5B0F61393A1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AC608B-7A9F-4336-97A2-89908E443DAD}" type="datetime1">
              <a:rPr lang="en-IN" smtClean="0"/>
              <a:t>17-01-2026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91FF70-F320-3E09-D811-B610D38CEA7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9947EA-7073-9466-0549-46E86F1C89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2F6845-8F47-4AB8-B9CE-96D88E741707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41945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aenexz.in/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Veda2808/CSE7302---INTERNSHIP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3"/>
          <p:cNvSpPr txBox="1"/>
          <p:nvPr/>
        </p:nvSpPr>
        <p:spPr>
          <a:xfrm>
            <a:off x="7490569" y="1994593"/>
            <a:ext cx="3186522" cy="202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000"/>
              <a:buFont typeface="Arial"/>
              <a:buNone/>
            </a:pPr>
            <a:r>
              <a:rPr lang="en-GB" sz="20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Under the Supervision of,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marR="0" lvl="0" indent="0" algn="ctr" rtl="0">
              <a:spcBef>
                <a:spcPts val="400"/>
              </a:spcBef>
              <a:spcAft>
                <a:spcPts val="0"/>
              </a:spcAft>
              <a:buClr>
                <a:srgbClr val="17365D"/>
              </a:buClr>
              <a:buSzPts val="2000"/>
              <a:buFont typeface="Arial"/>
              <a:buNone/>
            </a:pPr>
            <a:endParaRPr sz="2000" b="1" i="0" u="none" strike="noStrike" cap="none" dirty="0">
              <a:solidFill>
                <a:srgbClr val="17365D"/>
              </a:solidFill>
              <a:latin typeface="Cambria" panose="02040503050406030204" pitchFamily="18" charset="0"/>
              <a:ea typeface="Cambria" panose="02040503050406030204" pitchFamily="18" charset="0"/>
              <a:cs typeface="Verdana"/>
              <a:sym typeface="Verdana"/>
            </a:endParaRPr>
          </a:p>
          <a:p>
            <a:pPr marL="0" marR="0" lvl="0" indent="0" algn="l" rtl="0">
              <a:spcBef>
                <a:spcPts val="340"/>
              </a:spcBef>
              <a:spcAft>
                <a:spcPts val="0"/>
              </a:spcAft>
              <a:buClr>
                <a:srgbClr val="17365D"/>
              </a:buClr>
              <a:buSzPts val="1700"/>
              <a:buFont typeface="Arial"/>
              <a:buNone/>
            </a:pPr>
            <a:r>
              <a:rPr lang="en-GB" sz="17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Mr. Abhishek M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marR="0" lvl="0" indent="0" algn="l" rtl="0">
              <a:spcBef>
                <a:spcPts val="340"/>
              </a:spcBef>
              <a:spcAft>
                <a:spcPts val="0"/>
              </a:spcAft>
              <a:buClr>
                <a:srgbClr val="17365D"/>
              </a:buClr>
              <a:buSzPts val="1700"/>
              <a:buFont typeface="Arial"/>
              <a:buNone/>
            </a:pPr>
            <a:r>
              <a:rPr lang="en-GB" sz="17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Assistant Professor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marR="0" lvl="0" indent="0" algn="l" rtl="0">
              <a:spcBef>
                <a:spcPts val="340"/>
              </a:spcBef>
              <a:spcAft>
                <a:spcPts val="0"/>
              </a:spcAft>
              <a:buClr>
                <a:srgbClr val="17365D"/>
              </a:buClr>
              <a:buSzPts val="1700"/>
              <a:buFont typeface="Arial"/>
              <a:buNone/>
            </a:pPr>
            <a:r>
              <a:rPr lang="en-GB" sz="17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Presidency School of CSE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marR="0" lvl="0" indent="0" algn="l" rtl="0">
              <a:spcBef>
                <a:spcPts val="340"/>
              </a:spcBef>
              <a:spcAft>
                <a:spcPts val="0"/>
              </a:spcAft>
              <a:buClr>
                <a:srgbClr val="17365D"/>
              </a:buClr>
              <a:buSzPts val="1700"/>
              <a:buFont typeface="Arial"/>
              <a:buNone/>
            </a:pPr>
            <a:r>
              <a:rPr lang="en-GB" sz="17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Presidency University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Clr>
                <a:srgbClr val="17365D"/>
              </a:buClr>
              <a:buSzPts val="2000"/>
              <a:buFont typeface="Arial"/>
              <a:buNone/>
            </a:pPr>
            <a:endParaRPr sz="2000" b="1" i="0" u="none" strike="noStrike" cap="none" dirty="0">
              <a:solidFill>
                <a:srgbClr val="17365D"/>
              </a:solidFill>
              <a:latin typeface="Cambria" panose="02040503050406030204" pitchFamily="18" charset="0"/>
              <a:ea typeface="Cambria" panose="02040503050406030204" pitchFamily="18" charset="0"/>
              <a:cs typeface="Verdana"/>
              <a:sym typeface="Verdana"/>
            </a:endParaRPr>
          </a:p>
        </p:txBody>
      </p:sp>
      <p:sp>
        <p:nvSpPr>
          <p:cNvPr id="8" name="Google Shape;91;p13"/>
          <p:cNvSpPr txBox="1"/>
          <p:nvPr/>
        </p:nvSpPr>
        <p:spPr>
          <a:xfrm>
            <a:off x="156411" y="4130278"/>
            <a:ext cx="12249915" cy="15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ct val="100000"/>
              <a:buFont typeface="Arial"/>
              <a:buNone/>
            </a:pPr>
            <a:r>
              <a:rPr lang="en-US" sz="2000" b="1" i="0" u="none" strike="noStrike" cap="none" dirty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Name of the Program: </a:t>
            </a:r>
            <a:r>
              <a:rPr lang="en-US" sz="2000" b="1" i="0" u="none" strike="noStrike" cap="none" dirty="0"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CSE7302-Internship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ct val="100000"/>
              <a:buFont typeface="Arial"/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Name of the HoD: </a:t>
            </a:r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Dr. Gopal Shyam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ct val="100000"/>
              <a:buFont typeface="Arial"/>
              <a:buNone/>
            </a:pPr>
            <a:r>
              <a:rPr lang="en-US" sz="2000" b="1" i="0" u="none" strike="noStrike" cap="none" dirty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Name of the Program Internship Coordinator: </a:t>
            </a:r>
            <a:r>
              <a:rPr lang="en-US" sz="2000" b="1" dirty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 </a:t>
            </a:r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Mr. Anandan Bellie</a:t>
            </a:r>
            <a:endParaRPr lang="en-US" sz="2000" b="1" i="0" u="none" strike="noStrike" cap="none" dirty="0">
              <a:latin typeface="Cambria" panose="02040503050406030204" pitchFamily="18" charset="0"/>
              <a:ea typeface="Cambria" panose="02040503050406030204" pitchFamily="18" charset="0"/>
              <a:cs typeface="Verdana"/>
              <a:sym typeface="Verdana"/>
            </a:endParaRPr>
          </a:p>
          <a:p>
            <a:pPr lvl="0">
              <a:buClr>
                <a:srgbClr val="17365D"/>
              </a:buClr>
              <a:buSzPct val="100000"/>
            </a:pPr>
            <a:r>
              <a:rPr lang="en-US" sz="2000" b="1" dirty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Name of the School Internship Coordinator: </a:t>
            </a:r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Dr. Md Ziaur Rahman</a:t>
            </a:r>
          </a:p>
          <a:p>
            <a:pPr lvl="0">
              <a:buClr>
                <a:srgbClr val="17365D"/>
              </a:buClr>
              <a:buSzPct val="100000"/>
            </a:pPr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 													</a:t>
            </a:r>
            <a:endParaRPr sz="2000" b="1" i="0" u="none" strike="noStrike" cap="none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  <a:cs typeface="Verdana"/>
              <a:sym typeface="Verdana"/>
            </a:endParaRPr>
          </a:p>
        </p:txBody>
      </p:sp>
      <p:sp>
        <p:nvSpPr>
          <p:cNvPr id="9" name="Title 1"/>
          <p:cNvSpPr txBox="1">
            <a:spLocks/>
          </p:cNvSpPr>
          <p:nvPr/>
        </p:nvSpPr>
        <p:spPr>
          <a:xfrm>
            <a:off x="838200" y="105878"/>
            <a:ext cx="10515600" cy="17735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800"/>
              <a:buFont typeface="Verdana"/>
              <a:buNone/>
              <a:defRPr sz="2800" b="1" i="0" u="none" strike="noStrike" cap="none">
                <a:solidFill>
                  <a:srgbClr val="17365D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US" altLang="en-US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CSE7302 - INTERNSHIP</a:t>
            </a:r>
            <a:br>
              <a:rPr lang="en-I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solidFill>
                  <a:srgbClr val="0070C0"/>
                </a:solidFill>
                <a:latin typeface="Times New Roman" panose="02020603050405020304" pitchFamily="18" charset="0"/>
                <a:ea typeface="Tahoma" pitchFamily="34" charset="0"/>
                <a:cs typeface="Times New Roman" panose="02020603050405020304" pitchFamily="18" charset="0"/>
              </a:rPr>
              <a:t>Review-1 Presentation </a:t>
            </a:r>
            <a:br>
              <a:rPr lang="en-US" sz="2400" dirty="0">
                <a:solidFill>
                  <a:srgbClr val="0070C0"/>
                </a:solidFill>
                <a:latin typeface="Times New Roman" panose="02020603050405020304" pitchFamily="18" charset="0"/>
                <a:ea typeface="Tahoma" pitchFamily="34" charset="0"/>
                <a:cs typeface="Times New Roman" panose="02020603050405020304" pitchFamily="18" charset="0"/>
              </a:rPr>
            </a:br>
            <a:r>
              <a:rPr lang="en-US" sz="2400" dirty="0">
                <a:solidFill>
                  <a:srgbClr val="0070C0"/>
                </a:solidFill>
                <a:latin typeface="Times New Roman" panose="02020603050405020304" pitchFamily="18" charset="0"/>
                <a:ea typeface="Tahoma" pitchFamily="34" charset="0"/>
                <a:cs typeface="Times New Roman" panose="02020603050405020304" pitchFamily="18" charset="0"/>
              </a:rPr>
              <a:t>ARTIFICIAL INTELLIGENCE AND MACHINE LEARNING </a:t>
            </a:r>
          </a:p>
          <a:p>
            <a:pPr algn="ctr"/>
            <a:r>
              <a:rPr lang="en-US" sz="2400" dirty="0">
                <a:solidFill>
                  <a:srgbClr val="0070C0"/>
                </a:solidFill>
                <a:latin typeface="Times New Roman" panose="02020603050405020304" pitchFamily="18" charset="0"/>
                <a:ea typeface="Tahoma" pitchFamily="34" charset="0"/>
                <a:cs typeface="Times New Roman" panose="02020603050405020304" pitchFamily="18" charset="0"/>
              </a:rPr>
              <a:t> INTERNSHIP TASKS AND PROJECT</a:t>
            </a:r>
            <a:br>
              <a:rPr lang="en-US" dirty="0">
                <a:solidFill>
                  <a:srgbClr val="0070C0"/>
                </a:solidFill>
                <a:latin typeface="Times New Roman" panose="02020603050405020304" pitchFamily="18" charset="0"/>
                <a:ea typeface="Tahoma" pitchFamily="34" charset="0"/>
                <a:cs typeface="Times New Roman" panose="02020603050405020304" pitchFamily="18" charset="0"/>
              </a:rPr>
            </a:b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0556614"/>
              </p:ext>
            </p:extLst>
          </p:nvPr>
        </p:nvGraphicFramePr>
        <p:xfrm>
          <a:off x="601909" y="1911875"/>
          <a:ext cx="5321552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70">
                  <a:extLst>
                    <a:ext uri="{9D8B030D-6E8A-4147-A177-3AD203B41FA5}">
                      <a16:colId xmlns:a16="http://schemas.microsoft.com/office/drawing/2014/main" val="2689928737"/>
                    </a:ext>
                  </a:extLst>
                </a:gridCol>
                <a:gridCol w="3950282">
                  <a:extLst>
                    <a:ext uri="{9D8B030D-6E8A-4147-A177-3AD203B41FA5}">
                      <a16:colId xmlns:a16="http://schemas.microsoft.com/office/drawing/2014/main" val="3965538731"/>
                    </a:ext>
                  </a:extLst>
                </a:gridCol>
              </a:tblGrid>
              <a:tr h="362263"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Student Details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5105319"/>
                  </a:ext>
                </a:extLst>
              </a:tr>
              <a:tr h="362263">
                <a:tc>
                  <a:txBody>
                    <a:bodyPr/>
                    <a:lstStyle/>
                    <a:p>
                      <a:pPr algn="l"/>
                      <a:r>
                        <a:rPr lang="en-US" b="1" dirty="0"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Jinka Veda Sree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3540802"/>
                  </a:ext>
                </a:extLst>
              </a:tr>
              <a:tr h="362263">
                <a:tc>
                  <a:txBody>
                    <a:bodyPr/>
                    <a:lstStyle/>
                    <a:p>
                      <a:pPr algn="l"/>
                      <a:r>
                        <a:rPr lang="en-US" b="1" dirty="0"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Roll 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20221ISE0057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5509489"/>
                  </a:ext>
                </a:extLst>
              </a:tr>
              <a:tr h="362263">
                <a:tc>
                  <a:txBody>
                    <a:bodyPr/>
                    <a:lstStyle/>
                    <a:p>
                      <a:pPr algn="l"/>
                      <a:r>
                        <a:rPr lang="en-US" b="1" dirty="0"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Section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8ISE03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82681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667245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4"/>
          <p:cNvSpPr txBox="1">
            <a:spLocks noGrp="1"/>
          </p:cNvSpPr>
          <p:nvPr>
            <p:ph type="title"/>
          </p:nvPr>
        </p:nvSpPr>
        <p:spPr>
          <a:xfrm>
            <a:off x="812800" y="274638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800"/>
              <a:buFont typeface="Verdana"/>
              <a:buNone/>
            </a:pPr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Content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7" name="Google Shape;97;p14"/>
          <p:cNvSpPr txBox="1">
            <a:spLocks noGrp="1"/>
          </p:cNvSpPr>
          <p:nvPr>
            <p:ph type="body" idx="1"/>
          </p:nvPr>
        </p:nvSpPr>
        <p:spPr>
          <a:xfrm>
            <a:off x="704516" y="902370"/>
            <a:ext cx="10668000" cy="4271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95300" indent="-342900" algn="just">
              <a:lnSpc>
                <a:spcPct val="2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US" sz="2000" b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About Company or Organization</a:t>
            </a:r>
          </a:p>
          <a:p>
            <a:pPr marL="495300" indent="-342900" algn="just">
              <a:lnSpc>
                <a:spcPct val="2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IN" sz="20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Working domain or the technology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495300" indent="-342900" algn="just">
              <a:lnSpc>
                <a:spcPct val="2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IN" sz="20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About your team and reporting Manager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495300" indent="-342900" algn="just">
              <a:lnSpc>
                <a:spcPct val="2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IN" sz="20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Challenges Faced in Internship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495300" indent="-342900" algn="just">
              <a:lnSpc>
                <a:spcPct val="2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IN" sz="20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Objectives of the work</a:t>
            </a:r>
          </a:p>
          <a:p>
            <a:pPr marL="495300" indent="-342900" algn="just">
              <a:lnSpc>
                <a:spcPct val="2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IN" sz="20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Internship Roadmap</a:t>
            </a:r>
          </a:p>
          <a:p>
            <a:pPr marL="495300" indent="-342900" algn="just">
              <a:lnSpc>
                <a:spcPct val="2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IN" sz="20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Github Link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495300" lvl="0" indent="-34290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Wingdings" panose="05000000000000000000" pitchFamily="2" charset="2"/>
              <a:buChar char="Ø"/>
            </a:pPr>
            <a:endParaRPr sz="2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69930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79904"/>
          </a:xfrm>
        </p:spPr>
        <p:txBody>
          <a:bodyPr/>
          <a:lstStyle/>
          <a:p>
            <a:r>
              <a:rPr lang="en-US" sz="3200" b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About Company or Organization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045031"/>
            <a:ext cx="10515600" cy="419317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b="1" dirty="0" err="1"/>
              <a:t>Aenexz</a:t>
            </a:r>
            <a:r>
              <a:rPr lang="en-US" b="1" dirty="0"/>
              <a:t> Tech Pvt. Ltd.</a:t>
            </a:r>
            <a:r>
              <a:rPr lang="en-US" dirty="0"/>
              <a:t> (</a:t>
            </a:r>
            <a:r>
              <a:rPr lang="it-IT" dirty="0">
                <a:hlinkClick r:id="rId2"/>
              </a:rPr>
              <a:t>AENEXZ TECH PRIVATE LIMITED – Innovate. Automate. Dominate </a:t>
            </a:r>
            <a:r>
              <a:rPr lang="it-IT" dirty="0"/>
              <a:t>)</a:t>
            </a:r>
            <a:r>
              <a:rPr lang="en-US" dirty="0"/>
              <a:t>is a technology company that focuses on delivering </a:t>
            </a:r>
            <a:r>
              <a:rPr lang="en-US" b="1" dirty="0"/>
              <a:t>software and digital solutions</a:t>
            </a:r>
            <a:r>
              <a:rPr lang="en-US" dirty="0"/>
              <a:t> for businesses.</a:t>
            </a:r>
          </a:p>
          <a:p>
            <a:pPr marL="0" indent="0">
              <a:buNone/>
            </a:pPr>
            <a:r>
              <a:rPr lang="en-US" b="1" dirty="0"/>
              <a:t>Key Highlights</a:t>
            </a:r>
            <a:endParaRPr lang="en-US" dirty="0"/>
          </a:p>
          <a:p>
            <a:r>
              <a:rPr lang="en-US" dirty="0"/>
              <a:t>Works on </a:t>
            </a:r>
            <a:r>
              <a:rPr lang="en-US" b="1" dirty="0"/>
              <a:t>modern IT solutions</a:t>
            </a:r>
            <a:r>
              <a:rPr lang="en-US" dirty="0"/>
              <a:t> and product development</a:t>
            </a:r>
          </a:p>
          <a:p>
            <a:r>
              <a:rPr lang="en-US" dirty="0"/>
              <a:t>Provides </a:t>
            </a:r>
            <a:r>
              <a:rPr lang="en-US" b="1" dirty="0"/>
              <a:t>AI/ML and software-based services</a:t>
            </a:r>
            <a:endParaRPr lang="en-US" dirty="0"/>
          </a:p>
          <a:p>
            <a:r>
              <a:rPr lang="en-US" dirty="0"/>
              <a:t>Focuses on </a:t>
            </a:r>
            <a:r>
              <a:rPr lang="en-US" b="1" dirty="0"/>
              <a:t>real-world problem solving</a:t>
            </a:r>
            <a:r>
              <a:rPr lang="en-US" dirty="0"/>
              <a:t> using emerging technologies</a:t>
            </a:r>
          </a:p>
          <a:p>
            <a:pPr marL="0" indent="0">
              <a:buNone/>
            </a:pPr>
            <a:r>
              <a:rPr lang="en-US" b="1" dirty="0"/>
              <a:t>Why I chose this company</a:t>
            </a:r>
            <a:endParaRPr lang="en-US" dirty="0"/>
          </a:p>
          <a:p>
            <a:r>
              <a:rPr lang="en-US" dirty="0"/>
              <a:t>Opportunity to learn AI/ML practically</a:t>
            </a:r>
          </a:p>
          <a:p>
            <a:r>
              <a:rPr lang="en-US" dirty="0"/>
              <a:t>Exposure to industry-style workflow in a virtual environment</a:t>
            </a:r>
          </a:p>
          <a:p>
            <a:pPr marL="0" indent="0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3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5581389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E1DEA0F-621D-1E81-A26D-336CE5A500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BE2297-DC8B-48E6-B6D6-34773F9A5984}" type="datetime1">
              <a:rPr lang="en-IN" smtClean="0"/>
              <a:t>17-01-2026</a:t>
            </a:fld>
            <a:endParaRPr lang="en-IN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B1BBEB0-52DB-C8B6-84BF-3646931ED2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t>4</a:t>
            </a:fld>
            <a:endParaRPr lang="en-I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C9FA55-7723-A2E8-F550-5F1B12B176AE}"/>
              </a:ext>
            </a:extLst>
          </p:cNvPr>
          <p:cNvSpPr txBox="1"/>
          <p:nvPr/>
        </p:nvSpPr>
        <p:spPr>
          <a:xfrm>
            <a:off x="327259" y="346509"/>
            <a:ext cx="11569566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accent1"/>
                </a:solidFill>
              </a:rPr>
              <a:t>Company Legacy / Vision:</a:t>
            </a:r>
          </a:p>
          <a:p>
            <a:endParaRPr lang="en-US" sz="2800" b="1" dirty="0"/>
          </a:p>
          <a:p>
            <a:r>
              <a:rPr lang="en-US" sz="2800" b="1" dirty="0"/>
              <a:t>Vision &amp; Approach</a:t>
            </a:r>
            <a:endParaRPr lang="en-US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Building scalable solutions using </a:t>
            </a:r>
            <a:r>
              <a:rPr lang="en-US" sz="2800" b="1" dirty="0"/>
              <a:t>latest technologies</a:t>
            </a:r>
            <a:endParaRPr lang="en-US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Encouraging innovation through </a:t>
            </a:r>
            <a:r>
              <a:rPr lang="en-US" sz="2800" b="1" dirty="0"/>
              <a:t>continuous learning &amp; implementation</a:t>
            </a:r>
          </a:p>
          <a:p>
            <a:endParaRPr lang="en-US" sz="2800" dirty="0"/>
          </a:p>
          <a:p>
            <a:r>
              <a:rPr lang="en-US" sz="2800" b="1" dirty="0"/>
              <a:t>Core Strengths</a:t>
            </a:r>
            <a:endParaRPr lang="en-US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Industry-relevant development practices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Practical exposure through internship tasks and assignments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Guidance and mentoring support</a:t>
            </a:r>
          </a:p>
          <a:p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40289924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9241"/>
          </a:xfrm>
        </p:spPr>
        <p:txBody>
          <a:bodyPr/>
          <a:lstStyle/>
          <a:p>
            <a:r>
              <a:rPr lang="en-IN" sz="32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Working domain or the technology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184367"/>
            <a:ext cx="10515600" cy="4058194"/>
          </a:xfrm>
        </p:spPr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Assigned domain: </a:t>
            </a:r>
            <a:r>
              <a:rPr lang="en-US" dirty="0"/>
              <a:t>Artificial Intelligence &amp; Machine Learning</a:t>
            </a:r>
          </a:p>
          <a:p>
            <a:pPr marL="0" indent="0">
              <a:buNone/>
            </a:pPr>
            <a:r>
              <a:rPr lang="en-US" b="1" dirty="0"/>
              <a:t>What AI/ML means</a:t>
            </a:r>
            <a:endParaRPr lang="en-US" dirty="0"/>
          </a:p>
          <a:p>
            <a:r>
              <a:rPr lang="en-US" dirty="0"/>
              <a:t>AI enables systems to perform tasks that require human intelligence</a:t>
            </a:r>
          </a:p>
          <a:p>
            <a:r>
              <a:rPr lang="en-US" dirty="0"/>
              <a:t>ML helps systems learn patterns from data and make predictions</a:t>
            </a:r>
          </a:p>
          <a:p>
            <a:pPr marL="0" indent="0">
              <a:buNone/>
            </a:pPr>
            <a:r>
              <a:rPr lang="en-US" b="1" dirty="0"/>
              <a:t>Importance of AI/ML</a:t>
            </a:r>
            <a:endParaRPr lang="en-US" dirty="0"/>
          </a:p>
          <a:p>
            <a:r>
              <a:rPr lang="en-US" dirty="0"/>
              <a:t>Automates decision making</a:t>
            </a:r>
          </a:p>
          <a:p>
            <a:r>
              <a:rPr lang="en-US" dirty="0"/>
              <a:t>Improves accuracy and efficiency</a:t>
            </a:r>
          </a:p>
          <a:p>
            <a:r>
              <a:rPr lang="en-US" dirty="0"/>
              <a:t>Used in healthcare, finance, security, and recommendation systems</a:t>
            </a: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5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6586821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6F837A1-8DDD-54E2-D9EB-BF94F71594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BE2297-DC8B-48E6-B6D6-34773F9A5984}" type="datetime1">
              <a:rPr lang="en-IN" smtClean="0"/>
              <a:t>17-01-2026</a:t>
            </a:fld>
            <a:endParaRPr lang="en-IN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9D8B0C5-F711-BD34-D5ED-43D113B3F7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t>6</a:t>
            </a:fld>
            <a:endParaRPr lang="en-IN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F974714-2EA4-4C67-6DC7-12BA2C2917EF}"/>
              </a:ext>
            </a:extLst>
          </p:cNvPr>
          <p:cNvSpPr txBox="1"/>
          <p:nvPr/>
        </p:nvSpPr>
        <p:spPr>
          <a:xfrm>
            <a:off x="673768" y="385011"/>
            <a:ext cx="10680032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800" b="1" dirty="0">
                <a:solidFill>
                  <a:schemeClr val="accent1"/>
                </a:solidFill>
              </a:rPr>
              <a:t>Technologies / Tools Used: </a:t>
            </a:r>
          </a:p>
          <a:p>
            <a:endParaRPr lang="en-IN" sz="2800" b="1" dirty="0"/>
          </a:p>
          <a:p>
            <a:r>
              <a:rPr lang="en-IN" sz="2800" b="1" dirty="0"/>
              <a:t>Tools &amp; Platforms (typical AI/ML workflow)</a:t>
            </a:r>
            <a:endParaRPr lang="en-IN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N" sz="2800" dirty="0"/>
              <a:t>Python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N" sz="2800" dirty="0" err="1"/>
              <a:t>Jupyter</a:t>
            </a:r>
            <a:r>
              <a:rPr lang="en-IN" sz="2800" dirty="0"/>
              <a:t> Notebook / Google </a:t>
            </a:r>
            <a:r>
              <a:rPr lang="en-IN" sz="2800" dirty="0" err="1"/>
              <a:t>Colab</a:t>
            </a:r>
            <a:endParaRPr lang="en-IN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N" sz="2800" dirty="0"/>
              <a:t>NumPy, Pandas (data handling)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N" sz="2800" dirty="0"/>
              <a:t>Matplotlib / Seaborn (visualization)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N" sz="2800" dirty="0"/>
              <a:t>Scikit-learn (ML models)</a:t>
            </a:r>
          </a:p>
          <a:p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15873384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9241"/>
          </a:xfrm>
        </p:spPr>
        <p:txBody>
          <a:bodyPr/>
          <a:lstStyle/>
          <a:p>
            <a:r>
              <a:rPr lang="en-IN" sz="32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About your team and reporting Manager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184367"/>
            <a:ext cx="10515600" cy="4058194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b="1" dirty="0"/>
              <a:t>Team Structure (Virtual Internship Setup)</a:t>
            </a:r>
            <a:endParaRPr lang="en-US" dirty="0"/>
          </a:p>
          <a:p>
            <a:r>
              <a:rPr lang="en-US" dirty="0"/>
              <a:t>Interns work on assigned modules/tasks</a:t>
            </a:r>
          </a:p>
          <a:p>
            <a:r>
              <a:rPr lang="en-US" dirty="0"/>
              <a:t>Weekly progress tracking and review</a:t>
            </a:r>
          </a:p>
          <a:p>
            <a:pPr marL="0" indent="0">
              <a:buNone/>
            </a:pPr>
            <a:r>
              <a:rPr lang="en-US" b="1" dirty="0"/>
              <a:t>Reporting Manager</a:t>
            </a:r>
            <a:endParaRPr lang="en-US" dirty="0"/>
          </a:p>
          <a:p>
            <a:r>
              <a:rPr lang="en-US" b="1" dirty="0"/>
              <a:t>Bhanu Prakash Reddy</a:t>
            </a:r>
            <a:endParaRPr lang="en-US" dirty="0"/>
          </a:p>
          <a:p>
            <a:pPr marL="0" indent="0">
              <a:buNone/>
            </a:pPr>
            <a:r>
              <a:rPr lang="en-US" b="1" dirty="0"/>
              <a:t>My Reporting Process</a:t>
            </a:r>
            <a:endParaRPr lang="en-US" dirty="0"/>
          </a:p>
          <a:p>
            <a:r>
              <a:rPr lang="en-US" dirty="0"/>
              <a:t>Task assignment → learning resources → implementation → submission</a:t>
            </a:r>
          </a:p>
          <a:p>
            <a:r>
              <a:rPr lang="en-US" dirty="0"/>
              <a:t>Regular feedback and corrections to improve work quality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7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5106966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9241"/>
          </a:xfrm>
        </p:spPr>
        <p:txBody>
          <a:bodyPr/>
          <a:lstStyle/>
          <a:p>
            <a:r>
              <a:rPr lang="en-IN" sz="32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Challenges Faced in Internship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184367"/>
            <a:ext cx="10515600" cy="4058194"/>
          </a:xfrm>
        </p:spPr>
        <p:txBody>
          <a:bodyPr>
            <a:normAutofit/>
          </a:bodyPr>
          <a:lstStyle/>
          <a:p>
            <a:r>
              <a:rPr lang="en-US" dirty="0"/>
              <a:t>Balancing </a:t>
            </a:r>
            <a:r>
              <a:rPr lang="en-US" b="1" dirty="0"/>
              <a:t>final year academics + internship + placements</a:t>
            </a:r>
            <a:endParaRPr lang="en-US" dirty="0"/>
          </a:p>
          <a:p>
            <a:r>
              <a:rPr lang="en-US" dirty="0"/>
              <a:t>Difficulty in </a:t>
            </a:r>
            <a:r>
              <a:rPr lang="en-US" b="1" dirty="0"/>
              <a:t>finding job opportunities</a:t>
            </a:r>
            <a:r>
              <a:rPr lang="en-US" dirty="0"/>
              <a:t> due to high competition</a:t>
            </a:r>
          </a:p>
          <a:p>
            <a:r>
              <a:rPr lang="en-US" dirty="0"/>
              <a:t>Struggling to </a:t>
            </a:r>
            <a:r>
              <a:rPr lang="en-US" b="1" dirty="0"/>
              <a:t>crack technical interviews</a:t>
            </a:r>
            <a:r>
              <a:rPr lang="en-US" dirty="0"/>
              <a:t> and coding rounds</a:t>
            </a:r>
          </a:p>
          <a:p>
            <a:r>
              <a:rPr lang="en-US" dirty="0"/>
              <a:t>Improving </a:t>
            </a:r>
            <a:r>
              <a:rPr lang="en-US" b="1" dirty="0"/>
              <a:t>resume &amp; projects</a:t>
            </a:r>
            <a:r>
              <a:rPr lang="en-US" dirty="0"/>
              <a:t> to meet industry expectations</a:t>
            </a:r>
          </a:p>
          <a:p>
            <a:r>
              <a:rPr lang="en-US" dirty="0"/>
              <a:t>Understanding </a:t>
            </a:r>
            <a:r>
              <a:rPr lang="en-US" b="1" dirty="0"/>
              <a:t>AI/ML concepts</a:t>
            </a:r>
            <a:r>
              <a:rPr lang="en-US" dirty="0"/>
              <a:t> and applying them practically</a:t>
            </a:r>
          </a:p>
          <a:p>
            <a:r>
              <a:rPr lang="en-US" dirty="0"/>
              <a:t>Handling </a:t>
            </a:r>
            <a:r>
              <a:rPr lang="en-US" b="1" dirty="0"/>
              <a:t>time management</a:t>
            </a:r>
            <a:r>
              <a:rPr lang="en-US" dirty="0"/>
              <a:t> and meeting deadlines</a:t>
            </a:r>
          </a:p>
          <a:p>
            <a:r>
              <a:rPr lang="en-US" dirty="0"/>
              <a:t>Dealing with </a:t>
            </a:r>
            <a:r>
              <a:rPr lang="en-US" b="1" dirty="0"/>
              <a:t>rejections / no replies</a:t>
            </a:r>
            <a:r>
              <a:rPr lang="en-US" dirty="0"/>
              <a:t> from companies</a:t>
            </a:r>
          </a:p>
          <a:p>
            <a:r>
              <a:rPr lang="en-US" dirty="0"/>
              <a:t>Maintaining </a:t>
            </a:r>
            <a:r>
              <a:rPr lang="en-US" b="1" dirty="0"/>
              <a:t>consistency and motivation</a:t>
            </a:r>
            <a:r>
              <a:rPr lang="en-US" dirty="0"/>
              <a:t> during preparation</a:t>
            </a: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8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2061569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9241"/>
          </a:xfrm>
        </p:spPr>
        <p:txBody>
          <a:bodyPr/>
          <a:lstStyle/>
          <a:p>
            <a:r>
              <a:rPr lang="en-IN" sz="32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Objectives of the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184367"/>
            <a:ext cx="10515600" cy="4058194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b="1" dirty="0"/>
              <a:t>Generalized Objectives</a:t>
            </a:r>
            <a:endParaRPr lang="en-US" dirty="0"/>
          </a:p>
          <a:p>
            <a:r>
              <a:rPr lang="en-US" dirty="0"/>
              <a:t>Understand the complete ML pipeline from data to evaluation</a:t>
            </a:r>
          </a:p>
          <a:p>
            <a:r>
              <a:rPr lang="en-US" dirty="0"/>
              <a:t>Build small working models for classification/regression tasks</a:t>
            </a:r>
          </a:p>
          <a:p>
            <a:r>
              <a:rPr lang="en-US" dirty="0"/>
              <a:t>Improve skills in data preprocessing and feature engineering</a:t>
            </a:r>
          </a:p>
          <a:p>
            <a:pPr marL="0" indent="0">
              <a:buNone/>
            </a:pPr>
            <a:r>
              <a:rPr lang="en-US" b="1" dirty="0"/>
              <a:t>Specific Objectives (Measurable)</a:t>
            </a:r>
            <a:endParaRPr lang="en-US" dirty="0"/>
          </a:p>
          <a:p>
            <a:r>
              <a:rPr lang="en-US" dirty="0"/>
              <a:t>Perform data cleaning (missing values, normalization)</a:t>
            </a:r>
          </a:p>
          <a:p>
            <a:r>
              <a:rPr lang="en-US" dirty="0"/>
              <a:t>Train at least </a:t>
            </a:r>
            <a:r>
              <a:rPr lang="en-US" b="1" dirty="0"/>
              <a:t>2 ML models</a:t>
            </a:r>
            <a:r>
              <a:rPr lang="en-US" dirty="0"/>
              <a:t> and compare performance</a:t>
            </a:r>
          </a:p>
          <a:p>
            <a:r>
              <a:rPr lang="en-US" dirty="0"/>
              <a:t>Evaluate models using metrics like </a:t>
            </a:r>
            <a:r>
              <a:rPr lang="en-US" b="1" dirty="0"/>
              <a:t>Accuracy, Precision, Recall, F1-score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9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5163347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96311"/>
          </a:xfrm>
        </p:spPr>
        <p:txBody>
          <a:bodyPr/>
          <a:lstStyle/>
          <a:p>
            <a:r>
              <a:rPr lang="en-US" sz="3200" b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Internship Road Map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10</a:t>
            </a:fld>
            <a:endParaRPr lang="en-US" altLang="en-US"/>
          </a:p>
        </p:txBody>
      </p:sp>
      <p:graphicFrame>
        <p:nvGraphicFramePr>
          <p:cNvPr id="8" name="Content Placeholder 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81257210"/>
              </p:ext>
            </p:extLst>
          </p:nvPr>
        </p:nvGraphicFramePr>
        <p:xfrm>
          <a:off x="177800" y="1147823"/>
          <a:ext cx="12107333" cy="420793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70371" y="90129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GB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971002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96311"/>
          </a:xfrm>
        </p:spPr>
        <p:txBody>
          <a:bodyPr/>
          <a:lstStyle/>
          <a:p>
            <a:r>
              <a:rPr lang="en-US" sz="3200" b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Github Link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11</a:t>
            </a:fld>
            <a:endParaRPr lang="en-US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87534" y="2344310"/>
            <a:ext cx="8257425" cy="596311"/>
          </a:xfrm>
        </p:spPr>
        <p:txBody>
          <a:bodyPr/>
          <a:lstStyle/>
          <a:p>
            <a:pPr marL="0" indent="0">
              <a:buNone/>
            </a:pPr>
            <a:r>
              <a:rPr lang="en-IN" dirty="0">
                <a:hlinkClick r:id="rId2"/>
              </a:rPr>
              <a:t>Veda2808/CSE7302---INTERNSHIP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6213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2547258"/>
            <a:ext cx="10515600" cy="1214846"/>
          </a:xfrm>
        </p:spPr>
        <p:txBody>
          <a:bodyPr/>
          <a:lstStyle/>
          <a:p>
            <a:pPr marL="0" indent="0" algn="ctr">
              <a:buNone/>
            </a:pPr>
            <a:r>
              <a:rPr lang="en-US" sz="6600" dirty="0">
                <a:solidFill>
                  <a:srgbClr val="A7118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Thank you !!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12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6966059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7069</TotalTime>
  <Words>633</Words>
  <Application>Microsoft Office PowerPoint</Application>
  <PresentationFormat>Widescreen</PresentationFormat>
  <Paragraphs>123</Paragraphs>
  <Slides>12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0" baseType="lpstr">
      <vt:lpstr>Arial</vt:lpstr>
      <vt:lpstr>Calibri</vt:lpstr>
      <vt:lpstr>Calibri Light</vt:lpstr>
      <vt:lpstr>Cambria</vt:lpstr>
      <vt:lpstr>Times New Roman</vt:lpstr>
      <vt:lpstr>Verdana</vt:lpstr>
      <vt:lpstr>Wingdings</vt:lpstr>
      <vt:lpstr>Office Theme</vt:lpstr>
      <vt:lpstr>PowerPoint Presentation</vt:lpstr>
      <vt:lpstr>Content</vt:lpstr>
      <vt:lpstr>About Company or Organization</vt:lpstr>
      <vt:lpstr>PowerPoint Presentation</vt:lpstr>
      <vt:lpstr>Working domain or the technology</vt:lpstr>
      <vt:lpstr>PowerPoint Presentation</vt:lpstr>
      <vt:lpstr>About your team and reporting Manager</vt:lpstr>
      <vt:lpstr>Challenges Faced in Internship</vt:lpstr>
      <vt:lpstr>Objectives of the work</vt:lpstr>
      <vt:lpstr>Internship Road Map</vt:lpstr>
      <vt:lpstr>Github Link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Gopalakrishnan N-Asst. Prof-CIV</dc:creator>
  <cp:lastModifiedBy>JINKA VEDA SREE</cp:lastModifiedBy>
  <cp:revision>719</cp:revision>
  <dcterms:created xsi:type="dcterms:W3CDTF">2022-10-14T07:18:17Z</dcterms:created>
  <dcterms:modified xsi:type="dcterms:W3CDTF">2026-01-17T10:08:37Z</dcterms:modified>
</cp:coreProperties>
</file>